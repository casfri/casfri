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348" r:id="rId5"/>
    <p:sldId id="331" r:id="rId6"/>
    <p:sldId id="332" r:id="rId7"/>
    <p:sldId id="334" r:id="rId8"/>
    <p:sldId id="351" r:id="rId9"/>
    <p:sldId id="335" r:id="rId10"/>
    <p:sldId id="336" r:id="rId11"/>
    <p:sldId id="339" r:id="rId12"/>
    <p:sldId id="337" r:id="rId13"/>
    <p:sldId id="352" r:id="rId14"/>
    <p:sldId id="354"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1DC2C8-C4EB-0C76-6931-9F07633B33B4}" v="37" dt="2026-10-05T22:23:36.043"/>
    <p1510:client id="{262DA06F-5BB7-B4D9-2BA0-C57F6EE7CB80}" v="1" dt="2026-10-05T20:35:45.119"/>
    <p1510:client id="{4310C472-2E4E-07A6-4E4A-E0B3154D5069}" v="32" dt="2026-10-06T19:12:51.178"/>
    <p1510:client id="{AAEFDE14-4CD4-ECA6-88FA-19BA5134700E}" v="117" dt="2026-10-06T19:15:41.670"/>
    <p1510:client id="{D1184237-C290-6959-B426-11B8DFED5FB2}" v="2130" dt="2026-10-06T15:28:19.430"/>
    <p1510:client id="{DCB9B573-DFB2-6FD6-2A04-B4492D53BD6B}" v="1229" dt="2026-10-06T21:47:00.580"/>
    <p1510:client id="{E0668259-4202-4D05-AB49-6D47CC7E80E0}" v="1" dt="2026-10-06T18:29:2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492"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ine, Pierre" userId="S::pierre.racine@nrcan-rncan.gc.ca::031eae26-2f97-4446-9a18-536a33b53c35" providerId="AD" clId="Web-{AAEFDE14-4CD4-ECA6-88FA-19BA5134700E}"/>
    <pc:docChg chg="modSld">
      <pc:chgData name="Racine, Pierre" userId="S::pierre.racine@nrcan-rncan.gc.ca::031eae26-2f97-4446-9a18-536a33b53c35" providerId="AD" clId="Web-{AAEFDE14-4CD4-ECA6-88FA-19BA5134700E}" dt="2026-10-06T19:15:41.670" v="114"/>
      <pc:docMkLst>
        <pc:docMk/>
      </pc:docMkLst>
      <pc:sldChg chg="modSp">
        <pc:chgData name="Racine, Pierre" userId="S::pierre.racine@nrcan-rncan.gc.ca::031eae26-2f97-4446-9a18-536a33b53c35" providerId="AD" clId="Web-{AAEFDE14-4CD4-ECA6-88FA-19BA5134700E}" dt="2026-10-06T17:10:51.424" v="2" actId="20577"/>
        <pc:sldMkLst>
          <pc:docMk/>
          <pc:sldMk cId="1969570609" sldId="336"/>
        </pc:sldMkLst>
        <pc:spChg chg="mod">
          <ac:chgData name="Racine, Pierre" userId="S::pierre.racine@nrcan-rncan.gc.ca::031eae26-2f97-4446-9a18-536a33b53c35" providerId="AD" clId="Web-{AAEFDE14-4CD4-ECA6-88FA-19BA5134700E}" dt="2026-10-06T17:10:51.424" v="2" actId="20577"/>
          <ac:spMkLst>
            <pc:docMk/>
            <pc:sldMk cId="1969570609" sldId="336"/>
            <ac:spMk id="15" creationId="{86836C8A-8539-45D3-A04A-1760F3B9D206}"/>
          </ac:spMkLst>
        </pc:spChg>
      </pc:sldChg>
      <pc:sldChg chg="modSp">
        <pc:chgData name="Racine, Pierre" userId="S::pierre.racine@nrcan-rncan.gc.ca::031eae26-2f97-4446-9a18-536a33b53c35" providerId="AD" clId="Web-{AAEFDE14-4CD4-ECA6-88FA-19BA5134700E}" dt="2026-10-06T19:15:41.670" v="114"/>
        <pc:sldMkLst>
          <pc:docMk/>
          <pc:sldMk cId="4010719740" sldId="346"/>
        </pc:sldMkLst>
        <pc:graphicFrameChg chg="mod modGraphic">
          <ac:chgData name="Racine, Pierre" userId="S::pierre.racine@nrcan-rncan.gc.ca::031eae26-2f97-4446-9a18-536a33b53c35" providerId="AD" clId="Web-{AAEFDE14-4CD4-ECA6-88FA-19BA5134700E}" dt="2026-10-06T19:15:41.670" v="114"/>
          <ac:graphicFrameMkLst>
            <pc:docMk/>
            <pc:sldMk cId="4010719740" sldId="346"/>
            <ac:graphicFrameMk id="7" creationId="{CAC7819E-7BE4-F46C-8AF9-5ECE64CD5E70}"/>
          </ac:graphicFrameMkLst>
        </pc:graphicFrameChg>
      </pc:sldChg>
    </pc:docChg>
  </pc:docChgLst>
  <pc:docChgLst>
    <pc:chgData name="Omendja, Kangakola (he, him | il, lui)" userId="S::kangakola.omendja@nrcan-rncan.gc.ca::21c3d272-c7bb-4db7-abf5-3256929beda0" providerId="AD" clId="Web-{E96C9763-85A0-6CEF-A701-047F56261AD4}"/>
    <pc:docChg chg="modSld">
      <pc:chgData name="Omendja, Kangakola (he, him | il, lui)" userId="S::kangakola.omendja@nrcan-rncan.gc.ca::21c3d272-c7bb-4db7-abf5-3256929beda0" providerId="AD" clId="Web-{E96C9763-85A0-6CEF-A701-047F56261AD4}" dt="2026-10-02T18:18:11.013" v="46" actId="20577"/>
      <pc:docMkLst>
        <pc:docMk/>
      </pc:docMkLst>
      <pc:sldChg chg="modSp">
        <pc:chgData name="Omendja, Kangakola (he, him | il, lui)" userId="S::kangakola.omendja@nrcan-rncan.gc.ca::21c3d272-c7bb-4db7-abf5-3256929beda0" providerId="AD" clId="Web-{E96C9763-85A0-6CEF-A701-047F56261AD4}" dt="2026-10-02T18:18:11.013" v="46" actId="20577"/>
        <pc:sldMkLst>
          <pc:docMk/>
          <pc:sldMk cId="809909571" sldId="302"/>
        </pc:sldMkLst>
        <pc:spChg chg="mod">
          <ac:chgData name="Omendja, Kangakola (he, him | il, lui)" userId="S::kangakola.omendja@nrcan-rncan.gc.ca::21c3d272-c7bb-4db7-abf5-3256929beda0" providerId="AD" clId="Web-{E96C9763-85A0-6CEF-A701-047F56261AD4}" dt="2026-10-02T18:18:11.013" v="46" actId="20577"/>
          <ac:spMkLst>
            <pc:docMk/>
            <pc:sldMk cId="809909571" sldId="302"/>
            <ac:spMk id="8" creationId="{00000000-0000-0000-0000-000000000000}"/>
          </ac:spMkLst>
        </pc:spChg>
      </pc:sldChg>
    </pc:docChg>
  </pc:docChgLst>
  <pc:docChgLst>
    <pc:chgData name="Low, Brian" userId="ff35f8b5-2f38-4288-9291-e66d4d4dbaae" providerId="ADAL" clId="{68E2F54B-5936-4458-8E4C-E3D3258EC250}"/>
    <pc:docChg chg="undo custSel modSld">
      <pc:chgData name="Low, Brian" userId="ff35f8b5-2f38-4288-9291-e66d4d4dbaae" providerId="ADAL" clId="{68E2F54B-5936-4458-8E4C-E3D3258EC250}" dt="2026-10-05T18:24:11.913" v="994" actId="14100"/>
      <pc:docMkLst>
        <pc:docMk/>
      </pc:docMkLst>
      <pc:sldChg chg="addSp mod modNotesTx">
        <pc:chgData name="Low, Brian" userId="ff35f8b5-2f38-4288-9291-e66d4d4dbaae" providerId="ADAL" clId="{68E2F54B-5936-4458-8E4C-E3D3258EC250}" dt="2026-10-05T18:06:46.770" v="830" actId="22"/>
        <pc:sldMkLst>
          <pc:docMk/>
          <pc:sldMk cId="4135893850" sldId="263"/>
        </pc:sldMkLst>
        <pc:picChg chg="add">
          <ac:chgData name="Low, Brian" userId="ff35f8b5-2f38-4288-9291-e66d4d4dbaae" providerId="ADAL" clId="{68E2F54B-5936-4458-8E4C-E3D3258EC250}" dt="2026-10-05T18:06:46.770" v="830" actId="22"/>
          <ac:picMkLst>
            <pc:docMk/>
            <pc:sldMk cId="4135893850" sldId="263"/>
            <ac:picMk id="5" creationId="{372FAF7F-7CD5-9849-B03A-4DDD871BDCF6}"/>
          </ac:picMkLst>
        </pc:picChg>
        <pc:picChg chg="add">
          <ac:chgData name="Low, Brian" userId="ff35f8b5-2f38-4288-9291-e66d4d4dbaae" providerId="ADAL" clId="{68E2F54B-5936-4458-8E4C-E3D3258EC250}" dt="2026-10-05T18:06:46.770" v="830" actId="22"/>
          <ac:picMkLst>
            <pc:docMk/>
            <pc:sldMk cId="4135893850" sldId="263"/>
            <ac:picMk id="7" creationId="{B9F8465B-9CFF-6883-ACA2-36877394D05F}"/>
          </ac:picMkLst>
        </pc:picChg>
        <pc:picChg chg="add">
          <ac:chgData name="Low, Brian" userId="ff35f8b5-2f38-4288-9291-e66d4d4dbaae" providerId="ADAL" clId="{68E2F54B-5936-4458-8E4C-E3D3258EC250}" dt="2026-10-05T18:06:46.770" v="830" actId="22"/>
          <ac:picMkLst>
            <pc:docMk/>
            <pc:sldMk cId="4135893850" sldId="263"/>
            <ac:picMk id="14" creationId="{A4ACCCC0-A52B-B1A8-9E5A-9577857EFD01}"/>
          </ac:picMkLst>
        </pc:picChg>
      </pc:sldChg>
      <pc:sldChg chg="modSp mod modNotesTx">
        <pc:chgData name="Low, Brian" userId="ff35f8b5-2f38-4288-9291-e66d4d4dbaae" providerId="ADAL" clId="{68E2F54B-5936-4458-8E4C-E3D3258EC250}" dt="2026-10-05T18:07:04.606" v="831" actId="1076"/>
        <pc:sldMkLst>
          <pc:docMk/>
          <pc:sldMk cId="809909571" sldId="302"/>
        </pc:sldMkLst>
        <pc:spChg chg="mod">
          <ac:chgData name="Low, Brian" userId="ff35f8b5-2f38-4288-9291-e66d4d4dbaae" providerId="ADAL" clId="{68E2F54B-5936-4458-8E4C-E3D3258EC250}" dt="2026-10-05T18:07:04.606" v="831" actId="1076"/>
          <ac:spMkLst>
            <pc:docMk/>
            <pc:sldMk cId="809909571" sldId="302"/>
            <ac:spMk id="2" creationId="{45590330-B14F-206A-7D35-1A2D2F9604CA}"/>
          </ac:spMkLst>
        </pc:spChg>
        <pc:spChg chg="mod">
          <ac:chgData name="Low, Brian" userId="ff35f8b5-2f38-4288-9291-e66d4d4dbaae" providerId="ADAL" clId="{68E2F54B-5936-4458-8E4C-E3D3258EC250}" dt="2026-10-05T18:01:45.238" v="628" actId="20577"/>
          <ac:spMkLst>
            <pc:docMk/>
            <pc:sldMk cId="809909571" sldId="302"/>
            <ac:spMk id="8" creationId="{00000000-0000-0000-0000-000000000000}"/>
          </ac:spMkLst>
        </pc:spChg>
      </pc:sldChg>
      <pc:sldChg chg="modSp mod modNotesTx">
        <pc:chgData name="Low, Brian" userId="ff35f8b5-2f38-4288-9291-e66d4d4dbaae" providerId="ADAL" clId="{68E2F54B-5936-4458-8E4C-E3D3258EC250}" dt="2026-10-05T17:48:30.513" v="610" actId="20577"/>
        <pc:sldMkLst>
          <pc:docMk/>
          <pc:sldMk cId="3817350353" sldId="327"/>
        </pc:sldMkLst>
        <pc:spChg chg="mod">
          <ac:chgData name="Low, Brian" userId="ff35f8b5-2f38-4288-9291-e66d4d4dbaae" providerId="ADAL" clId="{68E2F54B-5936-4458-8E4C-E3D3258EC250}" dt="2026-10-05T17:48:30.513" v="610" actId="20577"/>
          <ac:spMkLst>
            <pc:docMk/>
            <pc:sldMk cId="3817350353" sldId="327"/>
            <ac:spMk id="4" creationId="{E5EA4E89-EA94-7C94-96E7-21B4CC24FDD2}"/>
          </ac:spMkLst>
        </pc:spChg>
      </pc:sldChg>
      <pc:sldChg chg="modSp mod">
        <pc:chgData name="Low, Brian" userId="ff35f8b5-2f38-4288-9291-e66d4d4dbaae" providerId="ADAL" clId="{68E2F54B-5936-4458-8E4C-E3D3258EC250}" dt="2026-10-05T18:22:34.247" v="990" actId="20577"/>
        <pc:sldMkLst>
          <pc:docMk/>
          <pc:sldMk cId="3414327245" sldId="340"/>
        </pc:sldMkLst>
        <pc:spChg chg="mod">
          <ac:chgData name="Low, Brian" userId="ff35f8b5-2f38-4288-9291-e66d4d4dbaae" providerId="ADAL" clId="{68E2F54B-5936-4458-8E4C-E3D3258EC250}" dt="2026-10-05T18:22:34.247" v="990" actId="20577"/>
          <ac:spMkLst>
            <pc:docMk/>
            <pc:sldMk cId="3414327245" sldId="340"/>
            <ac:spMk id="2" creationId="{99ACAF67-532C-FAAA-9109-61265D248286}"/>
          </ac:spMkLst>
        </pc:spChg>
      </pc:sldChg>
      <pc:sldChg chg="modSp mod">
        <pc:chgData name="Low, Brian" userId="ff35f8b5-2f38-4288-9291-e66d4d4dbaae" providerId="ADAL" clId="{68E2F54B-5936-4458-8E4C-E3D3258EC250}" dt="2026-10-05T18:24:11.913" v="994" actId="14100"/>
        <pc:sldMkLst>
          <pc:docMk/>
          <pc:sldMk cId="2262604359" sldId="341"/>
        </pc:sldMkLst>
        <pc:spChg chg="mod">
          <ac:chgData name="Low, Brian" userId="ff35f8b5-2f38-4288-9291-e66d4d4dbaae" providerId="ADAL" clId="{68E2F54B-5936-4458-8E4C-E3D3258EC250}" dt="2026-10-05T18:24:11.913" v="994" actId="14100"/>
          <ac:spMkLst>
            <pc:docMk/>
            <pc:sldMk cId="2262604359" sldId="341"/>
            <ac:spMk id="2" creationId="{4841A0F7-3226-C013-9168-DF369A2DDF9A}"/>
          </ac:spMkLst>
        </pc:spChg>
      </pc:sldChg>
    </pc:docChg>
  </pc:docChgLst>
  <pc:docChgLst>
    <pc:chgData name="Omendja, Kangakola (he, him | il, lui)" userId="S::kangakola.omendja@nrcan-rncan.gc.ca::21c3d272-c7bb-4db7-abf5-3256929beda0" providerId="AD" clId="Web-{262DA06F-5BB7-B4D9-2BA0-C57F6EE7CB80}"/>
    <pc:docChg chg="addSld">
      <pc:chgData name="Omendja, Kangakola (he, him | il, lui)" userId="S::kangakola.omendja@nrcan-rncan.gc.ca::21c3d272-c7bb-4db7-abf5-3256929beda0" providerId="AD" clId="Web-{262DA06F-5BB7-B4D9-2BA0-C57F6EE7CB80}" dt="2026-10-05T20:35:45.119" v="0"/>
      <pc:docMkLst>
        <pc:docMk/>
      </pc:docMkLst>
      <pc:sldChg chg="add replId">
        <pc:chgData name="Omendja, Kangakola (he, him | il, lui)" userId="S::kangakola.omendja@nrcan-rncan.gc.ca::21c3d272-c7bb-4db7-abf5-3256929beda0" providerId="AD" clId="Web-{262DA06F-5BB7-B4D9-2BA0-C57F6EE7CB80}" dt="2026-10-05T20:35:45.119" v="0"/>
        <pc:sldMkLst>
          <pc:docMk/>
          <pc:sldMk cId="4139533365" sldId="342"/>
        </pc:sldMkLst>
      </pc:sldChg>
    </pc:docChg>
  </pc:docChgLst>
  <pc:docChgLst>
    <pc:chgData name="Omendja, Kangakola (he, him | il, lui)" userId="S::kangakola.omendja@nrcan-rncan.gc.ca::21c3d272-c7bb-4db7-abf5-3256929beda0" providerId="AD" clId="Web-{0A0D1692-5E4B-D5A5-DEBD-15BEFFC9CC6C}"/>
    <pc:docChg chg="modSld">
      <pc:chgData name="Omendja, Kangakola (he, him | il, lui)" userId="S::kangakola.omendja@nrcan-rncan.gc.ca::21c3d272-c7bb-4db7-abf5-3256929beda0" providerId="AD" clId="Web-{0A0D1692-5E4B-D5A5-DEBD-15BEFFC9CC6C}" dt="2026-10-02T23:38:40.720" v="3"/>
      <pc:docMkLst>
        <pc:docMk/>
      </pc:docMkLst>
    </pc:docChg>
  </pc:docChgLst>
  <pc:docChgLst>
    <pc:chgData name="Omendja, Kangakola (he, him | il, lui)" userId="S::kangakola.omendja@nrcan-rncan.gc.ca::21c3d272-c7bb-4db7-abf5-3256929beda0" providerId="AD" clId="Web-{4310C472-2E4E-07A6-4E4A-E0B3154D5069}"/>
    <pc:docChg chg="modSld">
      <pc:chgData name="Omendja, Kangakola (he, him | il, lui)" userId="S::kangakola.omendja@nrcan-rncan.gc.ca::21c3d272-c7bb-4db7-abf5-3256929beda0" providerId="AD" clId="Web-{4310C472-2E4E-07A6-4E4A-E0B3154D5069}" dt="2026-10-06T19:12:51.178" v="31"/>
      <pc:docMkLst>
        <pc:docMk/>
      </pc:docMkLst>
      <pc:sldChg chg="modSp">
        <pc:chgData name="Omendja, Kangakola (he, him | il, lui)" userId="S::kangakola.omendja@nrcan-rncan.gc.ca::21c3d272-c7bb-4db7-abf5-3256929beda0" providerId="AD" clId="Web-{4310C472-2E4E-07A6-4E4A-E0B3154D5069}" dt="2026-10-06T19:12:51.178" v="31"/>
        <pc:sldMkLst>
          <pc:docMk/>
          <pc:sldMk cId="4010719740" sldId="346"/>
        </pc:sldMkLst>
        <pc:graphicFrameChg chg="mod modGraphic">
          <ac:chgData name="Omendja, Kangakola (he, him | il, lui)" userId="S::kangakola.omendja@nrcan-rncan.gc.ca::21c3d272-c7bb-4db7-abf5-3256929beda0" providerId="AD" clId="Web-{4310C472-2E4E-07A6-4E4A-E0B3154D5069}" dt="2026-10-06T19:12:51.178" v="31"/>
          <ac:graphicFrameMkLst>
            <pc:docMk/>
            <pc:sldMk cId="4010719740" sldId="346"/>
            <ac:graphicFrameMk id="7" creationId="{CAC7819E-7BE4-F46C-8AF9-5ECE64CD5E70}"/>
          </ac:graphicFrameMkLst>
        </pc:graphicFrameChg>
      </pc:sldChg>
    </pc:docChg>
  </pc:docChgLst>
  <pc:docChgLst>
    <pc:chgData name="Thompson, Morgan (he, him | il, lui)" userId="S::morgan.thompson@nrcan-rncan.gc.ca::0b3a0f33-1290-4c65-8f16-92cea4beaa26" providerId="AD" clId="Web-{CB39AF86-1B31-D35B-8F88-11040CBBF358}"/>
    <pc:docChg chg="modSld">
      <pc:chgData name="Thompson, Morgan (he, him | il, lui)" userId="S::morgan.thompson@nrcan-rncan.gc.ca::0b3a0f33-1290-4c65-8f16-92cea4beaa26" providerId="AD" clId="Web-{CB39AF86-1B31-D35B-8F88-11040CBBF358}" dt="2026-10-05T16:32:51.906" v="1" actId="20577"/>
      <pc:docMkLst>
        <pc:docMk/>
      </pc:docMkLst>
      <pc:sldChg chg="modSp">
        <pc:chgData name="Thompson, Morgan (he, him | il, lui)" userId="S::morgan.thompson@nrcan-rncan.gc.ca::0b3a0f33-1290-4c65-8f16-92cea4beaa26" providerId="AD" clId="Web-{CB39AF86-1B31-D35B-8F88-11040CBBF358}" dt="2026-10-05T16:32:44.109" v="0" actId="20577"/>
        <pc:sldMkLst>
          <pc:docMk/>
          <pc:sldMk cId="1081615158" sldId="334"/>
        </pc:sldMkLst>
        <pc:spChg chg="mod">
          <ac:chgData name="Thompson, Morgan (he, him | il, lui)" userId="S::morgan.thompson@nrcan-rncan.gc.ca::0b3a0f33-1290-4c65-8f16-92cea4beaa26" providerId="AD" clId="Web-{CB39AF86-1B31-D35B-8F88-11040CBBF358}" dt="2026-10-05T16:32:44.109" v="0" actId="20577"/>
          <ac:spMkLst>
            <pc:docMk/>
            <pc:sldMk cId="1081615158" sldId="334"/>
            <ac:spMk id="9" creationId="{14C2A812-0CEE-471F-AE6A-57BC38692D8D}"/>
          </ac:spMkLst>
        </pc:spChg>
      </pc:sldChg>
      <pc:sldChg chg="modSp">
        <pc:chgData name="Thompson, Morgan (he, him | il, lui)" userId="S::morgan.thompson@nrcan-rncan.gc.ca::0b3a0f33-1290-4c65-8f16-92cea4beaa26" providerId="AD" clId="Web-{CB39AF86-1B31-D35B-8F88-11040CBBF358}" dt="2026-10-05T16:32:51.906" v="1" actId="20577"/>
        <pc:sldMkLst>
          <pc:docMk/>
          <pc:sldMk cId="2065727431" sldId="335"/>
        </pc:sldMkLst>
        <pc:spChg chg="mod">
          <ac:chgData name="Thompson, Morgan (he, him | il, lui)" userId="S::morgan.thompson@nrcan-rncan.gc.ca::0b3a0f33-1290-4c65-8f16-92cea4beaa26" providerId="AD" clId="Web-{CB39AF86-1B31-D35B-8F88-11040CBBF358}" dt="2026-10-05T16:32:51.906" v="1" actId="20577"/>
          <ac:spMkLst>
            <pc:docMk/>
            <pc:sldMk cId="2065727431" sldId="335"/>
            <ac:spMk id="8" creationId="{00000000-0000-0000-0000-000000000000}"/>
          </ac:spMkLst>
        </pc:spChg>
      </pc:sldChg>
    </pc:docChg>
  </pc:docChgLst>
  <pc:docChgLst>
    <pc:chgData name="Omendja, Kangakola (he, him | il, lui)" userId="S::kangakola.omendja@nrcan-rncan.gc.ca::21c3d272-c7bb-4db7-abf5-3256929beda0" providerId="AD" clId="Web-{DCB9B573-DFB2-6FD6-2A04-B4492D53BD6B}"/>
    <pc:docChg chg="addSld delSld modSld">
      <pc:chgData name="Omendja, Kangakola (he, him | il, lui)" userId="S::kangakola.omendja@nrcan-rncan.gc.ca::21c3d272-c7bb-4db7-abf5-3256929beda0" providerId="AD" clId="Web-{DCB9B573-DFB2-6FD6-2A04-B4492D53BD6B}" dt="2026-10-06T21:47:00.580" v="1109"/>
      <pc:docMkLst>
        <pc:docMk/>
      </pc:docMkLst>
      <pc:sldChg chg="del">
        <pc:chgData name="Omendja, Kangakola (he, him | il, lui)" userId="S::kangakola.omendja@nrcan-rncan.gc.ca::21c3d272-c7bb-4db7-abf5-3256929beda0" providerId="AD" clId="Web-{DCB9B573-DFB2-6FD6-2A04-B4492D53BD6B}" dt="2026-10-06T21:42:22.561" v="1006"/>
        <pc:sldMkLst>
          <pc:docMk/>
          <pc:sldMk cId="4010719740" sldId="346"/>
        </pc:sldMkLst>
      </pc:sldChg>
      <pc:sldChg chg="addSp delSp modSp add replId">
        <pc:chgData name="Omendja, Kangakola (he, him | il, lui)" userId="S::kangakola.omendja@nrcan-rncan.gc.ca::21c3d272-c7bb-4db7-abf5-3256929beda0" providerId="AD" clId="Web-{DCB9B573-DFB2-6FD6-2A04-B4492D53BD6B}" dt="2026-10-06T21:47:00.580" v="1109"/>
        <pc:sldMkLst>
          <pc:docMk/>
          <pc:sldMk cId="3234631894" sldId="347"/>
        </pc:sldMkLst>
        <pc:graphicFrameChg chg="add mod modGraphic">
          <ac:chgData name="Omendja, Kangakola (he, him | il, lui)" userId="S::kangakola.omendja@nrcan-rncan.gc.ca::21c3d272-c7bb-4db7-abf5-3256929beda0" providerId="AD" clId="Web-{DCB9B573-DFB2-6FD6-2A04-B4492D53BD6B}" dt="2026-10-06T21:47:00.580" v="1109"/>
          <ac:graphicFrameMkLst>
            <pc:docMk/>
            <pc:sldMk cId="3234631894" sldId="347"/>
            <ac:graphicFrameMk id="4" creationId="{9848B714-C289-0239-1A9E-BAE1A73D5C7E}"/>
          </ac:graphicFrameMkLst>
        </pc:graphicFrameChg>
        <pc:graphicFrameChg chg="del mod modGraphic">
          <ac:chgData name="Omendja, Kangakola (he, him | il, lui)" userId="S::kangakola.omendja@nrcan-rncan.gc.ca::21c3d272-c7bb-4db7-abf5-3256929beda0" providerId="AD" clId="Web-{DCB9B573-DFB2-6FD6-2A04-B4492D53BD6B}" dt="2026-10-06T20:14:17.422" v="3"/>
          <ac:graphicFrameMkLst>
            <pc:docMk/>
            <pc:sldMk cId="3234631894" sldId="347"/>
            <ac:graphicFrameMk id="7" creationId="{25F2D0B6-B43B-8101-E142-7F0E4133BD88}"/>
          </ac:graphicFrameMkLst>
        </pc:graphicFrameChg>
      </pc:sldChg>
    </pc:docChg>
  </pc:docChgLst>
  <pc:docChgLst>
    <pc:chgData name="Low, Brian" userId="ff35f8b5-2f38-4288-9291-e66d4d4dbaae" providerId="ADAL" clId="{E0668259-4202-4D05-AB49-6D47CC7E80E0}"/>
    <pc:docChg chg="modSld">
      <pc:chgData name="Low, Brian" userId="ff35f8b5-2f38-4288-9291-e66d4d4dbaae" providerId="ADAL" clId="{E0668259-4202-4D05-AB49-6D47CC7E80E0}" dt="2026-10-06T18:29:24.901" v="33" actId="403"/>
      <pc:docMkLst>
        <pc:docMk/>
      </pc:docMkLst>
      <pc:sldChg chg="modSp mod">
        <pc:chgData name="Low, Brian" userId="ff35f8b5-2f38-4288-9291-e66d4d4dbaae" providerId="ADAL" clId="{E0668259-4202-4D05-AB49-6D47CC7E80E0}" dt="2026-10-06T18:29:24.901" v="33" actId="403"/>
        <pc:sldMkLst>
          <pc:docMk/>
          <pc:sldMk cId="2262604359" sldId="341"/>
        </pc:sldMkLst>
        <pc:spChg chg="mod">
          <ac:chgData name="Low, Brian" userId="ff35f8b5-2f38-4288-9291-e66d4d4dbaae" providerId="ADAL" clId="{E0668259-4202-4D05-AB49-6D47CC7E80E0}" dt="2026-10-06T18:29:24.901" v="33" actId="403"/>
          <ac:spMkLst>
            <pc:docMk/>
            <pc:sldMk cId="2262604359" sldId="341"/>
            <ac:spMk id="2" creationId="{4841A0F7-3226-C013-9168-DF369A2DDF9A}"/>
          </ac:spMkLst>
        </pc:spChg>
      </pc:sldChg>
    </pc:docChg>
  </pc:docChgLst>
  <pc:docChgLst>
    <pc:chgData name="Omendja, Kangakola (he, him | il, lui)" userId="S::kangakola.omendja@nrcan-rncan.gc.ca::21c3d272-c7bb-4db7-abf5-3256929beda0" providerId="AD" clId="Web-{0D1DC2C8-C4EB-0C76-6931-9F07633B33B4}"/>
    <pc:docChg chg="addSld delSld modSld">
      <pc:chgData name="Omendja, Kangakola (he, him | il, lui)" userId="S::kangakola.omendja@nrcan-rncan.gc.ca::21c3d272-c7bb-4db7-abf5-3256929beda0" providerId="AD" clId="Web-{0D1DC2C8-C4EB-0C76-6931-9F07633B33B4}" dt="2026-10-05T22:23:36.043" v="36" actId="14100"/>
      <pc:docMkLst>
        <pc:docMk/>
      </pc:docMkLst>
      <pc:sldChg chg="addSp delSp del">
        <pc:chgData name="Omendja, Kangakola (he, him | il, lui)" userId="S::kangakola.omendja@nrcan-rncan.gc.ca::21c3d272-c7bb-4db7-abf5-3256929beda0" providerId="AD" clId="Web-{0D1DC2C8-C4EB-0C76-6931-9F07633B33B4}" dt="2026-10-05T22:18:01.209" v="12"/>
        <pc:sldMkLst>
          <pc:docMk/>
          <pc:sldMk cId="2342767652" sldId="275"/>
        </pc:sldMkLst>
        <pc:spChg chg="add del">
          <ac:chgData name="Omendja, Kangakola (he, him | il, lui)" userId="S::kangakola.omendja@nrcan-rncan.gc.ca::21c3d272-c7bb-4db7-abf5-3256929beda0" providerId="AD" clId="Web-{0D1DC2C8-C4EB-0C76-6931-9F07633B33B4}" dt="2026-10-05T22:15:16.566" v="1"/>
          <ac:spMkLst>
            <pc:docMk/>
            <pc:sldMk cId="2342767652" sldId="275"/>
            <ac:spMk id="2" creationId="{5932D394-F9D3-4151-CF82-253928F9B64B}"/>
          </ac:spMkLst>
        </pc:spChg>
      </pc:sldChg>
      <pc:sldChg chg="del">
        <pc:chgData name="Omendja, Kangakola (he, him | il, lui)" userId="S::kangakola.omendja@nrcan-rncan.gc.ca::21c3d272-c7bb-4db7-abf5-3256929beda0" providerId="AD" clId="Web-{0D1DC2C8-C4EB-0C76-6931-9F07633B33B4}" dt="2026-10-05T22:19:52.727" v="23"/>
        <pc:sldMkLst>
          <pc:docMk/>
          <pc:sldMk cId="369378269" sldId="278"/>
        </pc:sldMkLst>
      </pc:sldChg>
      <pc:sldChg chg="del">
        <pc:chgData name="Omendja, Kangakola (he, him | il, lui)" userId="S::kangakola.omendja@nrcan-rncan.gc.ca::21c3d272-c7bb-4db7-abf5-3256929beda0" providerId="AD" clId="Web-{0D1DC2C8-C4EB-0C76-6931-9F07633B33B4}" dt="2026-10-05T22:21:17.978" v="31"/>
        <pc:sldMkLst>
          <pc:docMk/>
          <pc:sldMk cId="2431340320" sldId="330"/>
        </pc:sldMkLst>
      </pc:sldChg>
      <pc:sldChg chg="addSp delSp modSp add replId">
        <pc:chgData name="Omendja, Kangakola (he, him | il, lui)" userId="S::kangakola.omendja@nrcan-rncan.gc.ca::21c3d272-c7bb-4db7-abf5-3256929beda0" providerId="AD" clId="Web-{0D1DC2C8-C4EB-0C76-6931-9F07633B33B4}" dt="2026-10-05T22:23:13.480" v="34" actId="14100"/>
        <pc:sldMkLst>
          <pc:docMk/>
          <pc:sldMk cId="3874913947" sldId="343"/>
        </pc:sldMkLst>
        <pc:spChg chg="add del mod">
          <ac:chgData name="Omendja, Kangakola (he, him | il, lui)" userId="S::kangakola.omendja@nrcan-rncan.gc.ca::21c3d272-c7bb-4db7-abf5-3256929beda0" providerId="AD" clId="Web-{0D1DC2C8-C4EB-0C76-6931-9F07633B33B4}" dt="2026-10-05T22:16:49.989" v="4"/>
          <ac:spMkLst>
            <pc:docMk/>
            <pc:sldMk cId="3874913947" sldId="343"/>
            <ac:spMk id="3" creationId="{68356A9B-BC6E-2FE8-ED1B-40E85E778944}"/>
          </ac:spMkLst>
        </pc:spChg>
        <pc:picChg chg="add mod ord">
          <ac:chgData name="Omendja, Kangakola (he, him | il, lui)" userId="S::kangakola.omendja@nrcan-rncan.gc.ca::21c3d272-c7bb-4db7-abf5-3256929beda0" providerId="AD" clId="Web-{0D1DC2C8-C4EB-0C76-6931-9F07633B33B4}" dt="2026-10-05T22:23:13.480" v="34" actId="14100"/>
          <ac:picMkLst>
            <pc:docMk/>
            <pc:sldMk cId="3874913947" sldId="343"/>
            <ac:picMk id="4" creationId="{2B2545B5-0B8C-3EE3-6F51-AA69A03D627F}"/>
          </ac:picMkLst>
        </pc:picChg>
        <pc:picChg chg="del">
          <ac:chgData name="Omendja, Kangakola (he, him | il, lui)" userId="S::kangakola.omendja@nrcan-rncan.gc.ca::21c3d272-c7bb-4db7-abf5-3256929beda0" providerId="AD" clId="Web-{0D1DC2C8-C4EB-0C76-6931-9F07633B33B4}" dt="2026-10-05T22:15:59.879" v="3"/>
          <ac:picMkLst>
            <pc:docMk/>
            <pc:sldMk cId="3874913947" sldId="343"/>
            <ac:picMk id="5" creationId="{72B38870-F957-D608-058A-F46AEE5B66BA}"/>
          </ac:picMkLst>
        </pc:picChg>
      </pc:sldChg>
      <pc:sldChg chg="addSp delSp modSp add replId">
        <pc:chgData name="Omendja, Kangakola (he, him | il, lui)" userId="S::kangakola.omendja@nrcan-rncan.gc.ca::21c3d272-c7bb-4db7-abf5-3256929beda0" providerId="AD" clId="Web-{0D1DC2C8-C4EB-0C76-6931-9F07633B33B4}" dt="2026-10-05T22:19:33.961" v="22" actId="14100"/>
        <pc:sldMkLst>
          <pc:docMk/>
          <pc:sldMk cId="518926788" sldId="344"/>
        </pc:sldMkLst>
        <pc:spChg chg="add del mod">
          <ac:chgData name="Omendja, Kangakola (he, him | il, lui)" userId="S::kangakola.omendja@nrcan-rncan.gc.ca::21c3d272-c7bb-4db7-abf5-3256929beda0" providerId="AD" clId="Web-{0D1DC2C8-C4EB-0C76-6931-9F07633B33B4}" dt="2026-10-05T22:18:52.210" v="15"/>
          <ac:spMkLst>
            <pc:docMk/>
            <pc:sldMk cId="518926788" sldId="344"/>
            <ac:spMk id="3" creationId="{33488B30-E57D-047D-C4A8-B14E348D07A0}"/>
          </ac:spMkLst>
        </pc:spChg>
        <pc:picChg chg="add mod ord">
          <ac:chgData name="Omendja, Kangakola (he, him | il, lui)" userId="S::kangakola.omendja@nrcan-rncan.gc.ca::21c3d272-c7bb-4db7-abf5-3256929beda0" providerId="AD" clId="Web-{0D1DC2C8-C4EB-0C76-6931-9F07633B33B4}" dt="2026-10-05T22:19:33.961" v="22" actId="14100"/>
          <ac:picMkLst>
            <pc:docMk/>
            <pc:sldMk cId="518926788" sldId="344"/>
            <ac:picMk id="4" creationId="{99905CE1-8D2C-7DD2-5A98-4B62D30FF7D6}"/>
          </ac:picMkLst>
        </pc:picChg>
        <pc:picChg chg="del">
          <ac:chgData name="Omendja, Kangakola (he, him | il, lui)" userId="S::kangakola.omendja@nrcan-rncan.gc.ca::21c3d272-c7bb-4db7-abf5-3256929beda0" providerId="AD" clId="Web-{0D1DC2C8-C4EB-0C76-6931-9F07633B33B4}" dt="2026-10-05T22:18:32.038" v="14"/>
          <ac:picMkLst>
            <pc:docMk/>
            <pc:sldMk cId="518926788" sldId="344"/>
            <ac:picMk id="5" creationId="{F64549E0-FCF4-A085-D5E7-F3702FE74908}"/>
          </ac:picMkLst>
        </pc:picChg>
      </pc:sldChg>
      <pc:sldChg chg="addSp delSp modSp add replId">
        <pc:chgData name="Omendja, Kangakola (he, him | il, lui)" userId="S::kangakola.omendja@nrcan-rncan.gc.ca::21c3d272-c7bb-4db7-abf5-3256929beda0" providerId="AD" clId="Web-{0D1DC2C8-C4EB-0C76-6931-9F07633B33B4}" dt="2026-10-05T22:23:36.043" v="36" actId="14100"/>
        <pc:sldMkLst>
          <pc:docMk/>
          <pc:sldMk cId="3792562865" sldId="345"/>
        </pc:sldMkLst>
        <pc:spChg chg="add del mod">
          <ac:chgData name="Omendja, Kangakola (he, him | il, lui)" userId="S::kangakola.omendja@nrcan-rncan.gc.ca::21c3d272-c7bb-4db7-abf5-3256929beda0" providerId="AD" clId="Web-{0D1DC2C8-C4EB-0C76-6931-9F07633B33B4}" dt="2026-10-05T22:20:40.415" v="26"/>
          <ac:spMkLst>
            <pc:docMk/>
            <pc:sldMk cId="3792562865" sldId="345"/>
            <ac:spMk id="3" creationId="{03516CED-7DC5-B790-4A22-D69053F86014}"/>
          </ac:spMkLst>
        </pc:spChg>
        <pc:picChg chg="add mod ord">
          <ac:chgData name="Omendja, Kangakola (he, him | il, lui)" userId="S::kangakola.omendja@nrcan-rncan.gc.ca::21c3d272-c7bb-4db7-abf5-3256929beda0" providerId="AD" clId="Web-{0D1DC2C8-C4EB-0C76-6931-9F07633B33B4}" dt="2026-10-05T22:23:36.043" v="36" actId="14100"/>
          <ac:picMkLst>
            <pc:docMk/>
            <pc:sldMk cId="3792562865" sldId="345"/>
            <ac:picMk id="4" creationId="{84F0CD7E-9090-2B7F-1B27-5505D4406240}"/>
          </ac:picMkLst>
        </pc:picChg>
        <pc:picChg chg="del">
          <ac:chgData name="Omendja, Kangakola (he, him | il, lui)" userId="S::kangakola.omendja@nrcan-rncan.gc.ca::21c3d272-c7bb-4db7-abf5-3256929beda0" providerId="AD" clId="Web-{0D1DC2C8-C4EB-0C76-6931-9F07633B33B4}" dt="2026-10-05T22:20:22.133" v="25"/>
          <ac:picMkLst>
            <pc:docMk/>
            <pc:sldMk cId="3792562865" sldId="345"/>
            <ac:picMk id="9" creationId="{FF8D5072-72E3-303D-4E5F-907DA41D60FE}"/>
          </ac:picMkLst>
        </pc:picChg>
      </pc:sldChg>
    </pc:docChg>
  </pc:docChgLst>
  <pc:docChgLst>
    <pc:chgData name="Omendja, Kangakola (he, him | il, lui)" userId="S::kangakola.omendja@nrcan-rncan.gc.ca::21c3d272-c7bb-4db7-abf5-3256929beda0" providerId="AD" clId="Web-{D1184237-C290-6959-B426-11B8DFED5FB2}"/>
    <pc:docChg chg="addSld delSld modSld">
      <pc:chgData name="Omendja, Kangakola (he, him | il, lui)" userId="S::kangakola.omendja@nrcan-rncan.gc.ca::21c3d272-c7bb-4db7-abf5-3256929beda0" providerId="AD" clId="Web-{D1184237-C290-6959-B426-11B8DFED5FB2}" dt="2026-10-06T15:28:19.414" v="1988" actId="20577"/>
      <pc:docMkLst>
        <pc:docMk/>
      </pc:docMkLst>
      <pc:sldChg chg="modSp del">
        <pc:chgData name="Omendja, Kangakola (he, him | il, lui)" userId="S::kangakola.omendja@nrcan-rncan.gc.ca::21c3d272-c7bb-4db7-abf5-3256929beda0" providerId="AD" clId="Web-{D1184237-C290-6959-B426-11B8DFED5FB2}" dt="2026-10-06T15:02:04.517" v="1862"/>
        <pc:sldMkLst>
          <pc:docMk/>
          <pc:sldMk cId="1927086362" sldId="268"/>
        </pc:sldMkLst>
        <pc:graphicFrameChg chg="mod modGraphic">
          <ac:chgData name="Omendja, Kangakola (he, him | il, lui)" userId="S::kangakola.omendja@nrcan-rncan.gc.ca::21c3d272-c7bb-4db7-abf5-3256929beda0" providerId="AD" clId="Web-{D1184237-C290-6959-B426-11B8DFED5FB2}" dt="2026-10-06T00:54:45.543" v="660"/>
          <ac:graphicFrameMkLst>
            <pc:docMk/>
            <pc:sldMk cId="1927086362" sldId="268"/>
            <ac:graphicFrameMk id="9" creationId="{00000000-0000-0000-0000-000000000000}"/>
          </ac:graphicFrameMkLst>
        </pc:graphicFrameChg>
      </pc:sldChg>
      <pc:sldChg chg="addSp modSp">
        <pc:chgData name="Omendja, Kangakola (he, him | il, lui)" userId="S::kangakola.omendja@nrcan-rncan.gc.ca::21c3d272-c7bb-4db7-abf5-3256929beda0" providerId="AD" clId="Web-{D1184237-C290-6959-B426-11B8DFED5FB2}" dt="2026-10-06T15:05:43.208" v="1942"/>
        <pc:sldMkLst>
          <pc:docMk/>
          <pc:sldMk cId="809909571" sldId="302"/>
        </pc:sldMkLst>
        <pc:spChg chg="mod">
          <ac:chgData name="Omendja, Kangakola (he, him | il, lui)" userId="S::kangakola.omendja@nrcan-rncan.gc.ca::21c3d272-c7bb-4db7-abf5-3256929beda0" providerId="AD" clId="Web-{D1184237-C290-6959-B426-11B8DFED5FB2}" dt="2026-10-06T00:33:00.190" v="11" actId="20577"/>
          <ac:spMkLst>
            <pc:docMk/>
            <pc:sldMk cId="809909571" sldId="302"/>
            <ac:spMk id="2" creationId="{45590330-B14F-206A-7D35-1A2D2F9604CA}"/>
          </ac:spMkLst>
        </pc:spChg>
        <pc:graphicFrameChg chg="add mod modGraphic">
          <ac:chgData name="Omendja, Kangakola (he, him | il, lui)" userId="S::kangakola.omendja@nrcan-rncan.gc.ca::21c3d272-c7bb-4db7-abf5-3256929beda0" providerId="AD" clId="Web-{D1184237-C290-6959-B426-11B8DFED5FB2}" dt="2026-10-06T15:05:43.208" v="1942"/>
          <ac:graphicFrameMkLst>
            <pc:docMk/>
            <pc:sldMk cId="809909571" sldId="302"/>
            <ac:graphicFrameMk id="11" creationId="{2C6A2667-9C2B-AF32-CE56-0A1F08E6E722}"/>
          </ac:graphicFrameMkLst>
        </pc:graphicFrameChg>
      </pc:sldChg>
      <pc:sldChg chg="modSp">
        <pc:chgData name="Omendja, Kangakola (he, him | il, lui)" userId="S::kangakola.omendja@nrcan-rncan.gc.ca::21c3d272-c7bb-4db7-abf5-3256929beda0" providerId="AD" clId="Web-{D1184237-C290-6959-B426-11B8DFED5FB2}" dt="2026-10-06T15:28:19.414" v="1988" actId="20577"/>
        <pc:sldMkLst>
          <pc:docMk/>
          <pc:sldMk cId="3414327245" sldId="340"/>
        </pc:sldMkLst>
        <pc:spChg chg="mod">
          <ac:chgData name="Omendja, Kangakola (he, him | il, lui)" userId="S::kangakola.omendja@nrcan-rncan.gc.ca::21c3d272-c7bb-4db7-abf5-3256929beda0" providerId="AD" clId="Web-{D1184237-C290-6959-B426-11B8DFED5FB2}" dt="2026-10-06T15:28:19.414" v="1988" actId="20577"/>
          <ac:spMkLst>
            <pc:docMk/>
            <pc:sldMk cId="3414327245" sldId="340"/>
            <ac:spMk id="2" creationId="{99ACAF67-532C-FAAA-9109-61265D248286}"/>
          </ac:spMkLst>
        </pc:spChg>
      </pc:sldChg>
      <pc:sldChg chg="addSp delSp modSp del">
        <pc:chgData name="Omendja, Kangakola (he, him | il, lui)" userId="S::kangakola.omendja@nrcan-rncan.gc.ca::21c3d272-c7bb-4db7-abf5-3256929beda0" providerId="AD" clId="Web-{D1184237-C290-6959-B426-11B8DFED5FB2}" dt="2026-10-06T00:30:10.016" v="6"/>
        <pc:sldMkLst>
          <pc:docMk/>
          <pc:sldMk cId="4139533365" sldId="342"/>
        </pc:sldMkLst>
        <pc:graphicFrameChg chg="add del mod modGraphic">
          <ac:chgData name="Omendja, Kangakola (he, him | il, lui)" userId="S::kangakola.omendja@nrcan-rncan.gc.ca::21c3d272-c7bb-4db7-abf5-3256929beda0" providerId="AD" clId="Web-{D1184237-C290-6959-B426-11B8DFED5FB2}" dt="2026-10-06T00:30:00.485" v="5"/>
          <ac:graphicFrameMkLst>
            <pc:docMk/>
            <pc:sldMk cId="4139533365" sldId="342"/>
            <ac:graphicFrameMk id="5" creationId="{CE2234F1-D966-0C55-B5A7-2CB13686CEB6}"/>
          </ac:graphicFrameMkLst>
        </pc:graphicFrameChg>
        <pc:graphicFrameChg chg="del mod modGraphic">
          <ac:chgData name="Omendja, Kangakola (he, him | il, lui)" userId="S::kangakola.omendja@nrcan-rncan.gc.ca::21c3d272-c7bb-4db7-abf5-3256929beda0" providerId="AD" clId="Web-{D1184237-C290-6959-B426-11B8DFED5FB2}" dt="2026-10-06T00:28:29.719" v="2"/>
          <ac:graphicFrameMkLst>
            <pc:docMk/>
            <pc:sldMk cId="4139533365" sldId="342"/>
            <ac:graphicFrameMk id="9" creationId="{40BB9424-99D3-9F30-8F2A-A739112AD9CF}"/>
          </ac:graphicFrameMkLst>
        </pc:graphicFrameChg>
      </pc:sldChg>
      <pc:sldChg chg="addSp delSp modSp add replId">
        <pc:chgData name="Omendja, Kangakola (he, him | il, lui)" userId="S::kangakola.omendja@nrcan-rncan.gc.ca::21c3d272-c7bb-4db7-abf5-3256929beda0" providerId="AD" clId="Web-{D1184237-C290-6959-B426-11B8DFED5FB2}" dt="2026-10-06T15:20:09.189" v="1982"/>
        <pc:sldMkLst>
          <pc:docMk/>
          <pc:sldMk cId="4010719740" sldId="346"/>
        </pc:sldMkLst>
        <pc:graphicFrameChg chg="add del mod modGraphic">
          <ac:chgData name="Omendja, Kangakola (he, him | il, lui)" userId="S::kangakola.omendja@nrcan-rncan.gc.ca::21c3d272-c7bb-4db7-abf5-3256929beda0" providerId="AD" clId="Web-{D1184237-C290-6959-B426-11B8DFED5FB2}" dt="2026-10-06T00:51:02.979" v="540"/>
          <ac:graphicFrameMkLst>
            <pc:docMk/>
            <pc:sldMk cId="4010719740" sldId="346"/>
            <ac:graphicFrameMk id="5" creationId="{39619965-FD53-EBE0-80BD-866B00AF5F87}"/>
          </ac:graphicFrameMkLst>
        </pc:graphicFrameChg>
        <pc:graphicFrameChg chg="add del mod modGraphic">
          <ac:chgData name="Omendja, Kangakola (he, him | il, lui)" userId="S::kangakola.omendja@nrcan-rncan.gc.ca::21c3d272-c7bb-4db7-abf5-3256929beda0" providerId="AD" clId="Web-{D1184237-C290-6959-B426-11B8DFED5FB2}" dt="2026-10-06T01:04:39.638" v="733"/>
          <ac:graphicFrameMkLst>
            <pc:docMk/>
            <pc:sldMk cId="4010719740" sldId="346"/>
            <ac:graphicFrameMk id="6" creationId="{F47B01D0-3AC8-254B-6167-9EBAC92AE1D2}"/>
          </ac:graphicFrameMkLst>
        </pc:graphicFrameChg>
        <pc:graphicFrameChg chg="add mod modGraphic">
          <ac:chgData name="Omendja, Kangakola (he, him | il, lui)" userId="S::kangakola.omendja@nrcan-rncan.gc.ca::21c3d272-c7bb-4db7-abf5-3256929beda0" providerId="AD" clId="Web-{D1184237-C290-6959-B426-11B8DFED5FB2}" dt="2026-10-06T15:20:09.189" v="1982"/>
          <ac:graphicFrameMkLst>
            <pc:docMk/>
            <pc:sldMk cId="4010719740" sldId="346"/>
            <ac:graphicFrameMk id="7" creationId="{CAC7819E-7BE4-F46C-8AF9-5ECE64CD5E70}"/>
          </ac:graphicFrameMkLst>
        </pc:graphicFrameChg>
        <pc:graphicFrameChg chg="del">
          <ac:chgData name="Omendja, Kangakola (he, him | il, lui)" userId="S::kangakola.omendja@nrcan-rncan.gc.ca::21c3d272-c7bb-4db7-abf5-3256929beda0" providerId="AD" clId="Web-{D1184237-C290-6959-B426-11B8DFED5FB2}" dt="2026-10-06T00:42:59.615" v="537"/>
          <ac:graphicFrameMkLst>
            <pc:docMk/>
            <pc:sldMk cId="4010719740" sldId="346"/>
            <ac:graphicFrameMk id="9" creationId="{E9E245C1-EB56-F8C3-5D93-C267E0CA392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C5AD2-C76A-408A-AE56-FD99EE15193F}" type="datetimeFigureOut">
              <a:rPr lang="en-CA" smtClean="0"/>
              <a:t>2026-10-15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30F45-0043-4256-B9C6-F678A65936BC}" type="slidenum">
              <a:rPr lang="en-CA" smtClean="0"/>
              <a:t>‹#›</a:t>
            </a:fld>
            <a:endParaRPr lang="en-CA"/>
          </a:p>
        </p:txBody>
      </p:sp>
    </p:spTree>
    <p:extLst>
      <p:ext uri="{BB962C8B-B14F-4D97-AF65-F5344CB8AC3E}">
        <p14:creationId xmlns:p14="http://schemas.microsoft.com/office/powerpoint/2010/main" val="2878239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2</a:t>
            </a:fld>
            <a:endParaRPr lang="en-CA"/>
          </a:p>
        </p:txBody>
      </p:sp>
    </p:spTree>
    <p:extLst>
      <p:ext uri="{BB962C8B-B14F-4D97-AF65-F5344CB8AC3E}">
        <p14:creationId xmlns:p14="http://schemas.microsoft.com/office/powerpoint/2010/main" val="3535343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3</a:t>
            </a:fld>
            <a:endParaRPr lang="en-CA"/>
          </a:p>
        </p:txBody>
      </p:sp>
    </p:spTree>
    <p:extLst>
      <p:ext uri="{BB962C8B-B14F-4D97-AF65-F5344CB8AC3E}">
        <p14:creationId xmlns:p14="http://schemas.microsoft.com/office/powerpoint/2010/main" val="3443457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dirty="0"/>
          </a:p>
        </p:txBody>
      </p:sp>
      <p:sp>
        <p:nvSpPr>
          <p:cNvPr id="4" name="Slide Number Placeholder 3"/>
          <p:cNvSpPr>
            <a:spLocks noGrp="1"/>
          </p:cNvSpPr>
          <p:nvPr>
            <p:ph type="sldNum" sz="quarter" idx="10"/>
          </p:nvPr>
        </p:nvSpPr>
        <p:spPr/>
        <p:txBody>
          <a:bodyPr/>
          <a:lstStyle/>
          <a:p>
            <a:fld id="{D2830F45-0043-4256-B9C6-F678A65936BC}" type="slidenum">
              <a:rPr lang="en-CA" smtClean="0"/>
              <a:t>4</a:t>
            </a:fld>
            <a:endParaRPr lang="en-CA"/>
          </a:p>
        </p:txBody>
      </p:sp>
    </p:spTree>
    <p:extLst>
      <p:ext uri="{BB962C8B-B14F-4D97-AF65-F5344CB8AC3E}">
        <p14:creationId xmlns:p14="http://schemas.microsoft.com/office/powerpoint/2010/main" val="3990409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6</a:t>
            </a:fld>
            <a:endParaRPr lang="en-CA"/>
          </a:p>
        </p:txBody>
      </p:sp>
    </p:spTree>
    <p:extLst>
      <p:ext uri="{BB962C8B-B14F-4D97-AF65-F5344CB8AC3E}">
        <p14:creationId xmlns:p14="http://schemas.microsoft.com/office/powerpoint/2010/main" val="3988743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7</a:t>
            </a:fld>
            <a:endParaRPr lang="en-CA"/>
          </a:p>
        </p:txBody>
      </p:sp>
    </p:spTree>
    <p:extLst>
      <p:ext uri="{BB962C8B-B14F-4D97-AF65-F5344CB8AC3E}">
        <p14:creationId xmlns:p14="http://schemas.microsoft.com/office/powerpoint/2010/main" val="1128811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8</a:t>
            </a:fld>
            <a:endParaRPr lang="en-CA"/>
          </a:p>
        </p:txBody>
      </p:sp>
    </p:spTree>
    <p:extLst>
      <p:ext uri="{BB962C8B-B14F-4D97-AF65-F5344CB8AC3E}">
        <p14:creationId xmlns:p14="http://schemas.microsoft.com/office/powerpoint/2010/main" val="107605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aseline="0"/>
          </a:p>
        </p:txBody>
      </p:sp>
      <p:sp>
        <p:nvSpPr>
          <p:cNvPr id="4" name="Slide Number Placeholder 3"/>
          <p:cNvSpPr>
            <a:spLocks noGrp="1"/>
          </p:cNvSpPr>
          <p:nvPr>
            <p:ph type="sldNum" sz="quarter" idx="10"/>
          </p:nvPr>
        </p:nvSpPr>
        <p:spPr/>
        <p:txBody>
          <a:bodyPr/>
          <a:lstStyle/>
          <a:p>
            <a:fld id="{D2830F45-0043-4256-B9C6-F678A65936BC}" type="slidenum">
              <a:rPr lang="en-CA" smtClean="0"/>
              <a:t>9</a:t>
            </a:fld>
            <a:endParaRPr lang="en-CA"/>
          </a:p>
        </p:txBody>
      </p:sp>
    </p:spTree>
    <p:extLst>
      <p:ext uri="{BB962C8B-B14F-4D97-AF65-F5344CB8AC3E}">
        <p14:creationId xmlns:p14="http://schemas.microsoft.com/office/powerpoint/2010/main" val="3659976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27BA5B39-C6B3-4A25-9CA3-D642A7661D75}" type="datetimeFigureOut">
              <a:rPr lang="en-CA" smtClean="0"/>
              <a:t>2026-10-15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3397884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27BA5B39-C6B3-4A25-9CA3-D642A7661D75}" type="datetimeFigureOut">
              <a:rPr lang="en-CA" smtClean="0"/>
              <a:t>2026-10-15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2895076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7BA5B39-C6B3-4A25-9CA3-D642A7661D75}" type="datetimeFigureOut">
              <a:rPr lang="en-CA" smtClean="0"/>
              <a:t>2026-10-15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1496556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27BA5B39-C6B3-4A25-9CA3-D642A7661D75}" type="datetimeFigureOut">
              <a:rPr lang="en-CA" smtClean="0"/>
              <a:t>2026-10-15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1597242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27BA5B39-C6B3-4A25-9CA3-D642A7661D75}" type="datetimeFigureOut">
              <a:rPr lang="en-CA" smtClean="0"/>
              <a:t>2026-10-15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4118678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27BA5B39-C6B3-4A25-9CA3-D642A7661D75}" type="datetimeFigureOut">
              <a:rPr lang="en-CA" smtClean="0"/>
              <a:t>2026-10-15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2584541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BA5B39-C6B3-4A25-9CA3-D642A7661D75}" type="datetimeFigureOut">
              <a:rPr lang="en-CA" smtClean="0"/>
              <a:t>2026-10-15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4001328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BA5B39-C6B3-4A25-9CA3-D642A7661D75}" type="datetimeFigureOut">
              <a:rPr lang="en-CA" smtClean="0"/>
              <a:t>2026-10-15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2547008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7BA5B39-C6B3-4A25-9CA3-D642A7661D75}" type="datetimeFigureOut">
              <a:rPr lang="en-CA" smtClean="0"/>
              <a:t>2026-10-15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436234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27BA5B39-C6B3-4A25-9CA3-D642A7661D75}" type="datetimeFigureOut">
              <a:rPr lang="en-CA" smtClean="0"/>
              <a:t>2026-10-15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275499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27BA5B39-C6B3-4A25-9CA3-D642A7661D75}" type="datetimeFigureOut">
              <a:rPr lang="en-CA" smtClean="0"/>
              <a:t>2026-10-15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937CA09-E529-4394-8BDA-AC7B4EBCFF07}" type="slidenum">
              <a:rPr lang="en-CA" smtClean="0"/>
              <a:t>‹#›</a:t>
            </a:fld>
            <a:endParaRPr lang="en-CA"/>
          </a:p>
        </p:txBody>
      </p:sp>
    </p:spTree>
    <p:extLst>
      <p:ext uri="{BB962C8B-B14F-4D97-AF65-F5344CB8AC3E}">
        <p14:creationId xmlns:p14="http://schemas.microsoft.com/office/powerpoint/2010/main" val="880917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BA5B39-C6B3-4A25-9CA3-D642A7661D75}" type="datetimeFigureOut">
              <a:rPr lang="en-CA" smtClean="0"/>
              <a:t>2026-10-15</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37CA09-E529-4394-8BDA-AC7B4EBCFF07}" type="slidenum">
              <a:rPr lang="en-CA" smtClean="0"/>
              <a:t>‹#›</a:t>
            </a:fld>
            <a:endParaRPr lang="en-CA"/>
          </a:p>
        </p:txBody>
      </p:sp>
      <p:sp>
        <p:nvSpPr>
          <p:cNvPr id="8" name="TextBox 7">
            <a:extLst>
              <a:ext uri="{FF2B5EF4-FFF2-40B4-BE49-F238E27FC236}">
                <a16:creationId xmlns:a16="http://schemas.microsoft.com/office/drawing/2014/main" id="{41B1E5CC-14D4-8927-1B68-70972DD23025}"/>
              </a:ext>
            </a:extLst>
          </p:cNvPr>
          <p:cNvSpPr txBox="1"/>
          <p:nvPr userDrawn="1">
            <p:extLst>
              <p:ext uri="{1162E1C5-73C7-4A58-AE30-91384D911F3F}">
                <p184:classification xmlns:p184="http://schemas.microsoft.com/office/powerpoint/2018/4/main" val="hdr"/>
              </p:ext>
            </p:extLst>
          </p:nvPr>
        </p:nvSpPr>
        <p:spPr>
          <a:xfrm>
            <a:off x="10201275" y="63500"/>
            <a:ext cx="1962150" cy="182880"/>
          </a:xfrm>
          <a:prstGeom prst="rect">
            <a:avLst/>
          </a:prstGeom>
        </p:spPr>
        <p:txBody>
          <a:bodyPr horzOverflow="overflow" lIns="0" tIns="0" rIns="0" bIns="0">
            <a:spAutoFit/>
          </a:bodyPr>
          <a:lstStyle/>
          <a:p>
            <a:pPr algn="l"/>
            <a:r>
              <a:rPr lang="en-CA" sz="1200">
                <a:solidFill>
                  <a:srgbClr val="000000"/>
                </a:solidFill>
                <a:latin typeface="Calibri" panose="020F0502020204030204" pitchFamily="34" charset="0"/>
                <a:cs typeface="Calibri" panose="020F0502020204030204" pitchFamily="34" charset="0"/>
              </a:rPr>
              <a:t>UNCLASSIFIED - NON CLASSIFIÉ</a:t>
            </a:r>
          </a:p>
        </p:txBody>
      </p:sp>
    </p:spTree>
    <p:extLst>
      <p:ext uri="{BB962C8B-B14F-4D97-AF65-F5344CB8AC3E}">
        <p14:creationId xmlns:p14="http://schemas.microsoft.com/office/powerpoint/2010/main" val="3715289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09E3585-D3B0-42EF-8101-40CD237B30EF}"/>
              </a:ext>
            </a:extLst>
          </p:cNvPr>
          <p:cNvSpPr txBox="1"/>
          <p:nvPr/>
        </p:nvSpPr>
        <p:spPr>
          <a:xfrm flipH="1">
            <a:off x="2968688" y="241388"/>
            <a:ext cx="6254625" cy="707886"/>
          </a:xfrm>
          <a:prstGeom prst="rect">
            <a:avLst/>
          </a:prstGeom>
          <a:noFill/>
        </p:spPr>
        <p:txBody>
          <a:bodyPr wrap="square" rtlCol="0">
            <a:spAutoFit/>
          </a:bodyPr>
          <a:lstStyle/>
          <a:p>
            <a:pPr algn="ctr"/>
            <a:r>
              <a:rPr lang="en-US" sz="4000" dirty="0">
                <a:latin typeface="Microsoft Sans Serif" panose="020B0604020202020204" pitchFamily="34" charset="0"/>
                <a:ea typeface="Microsoft Sans Serif" panose="020B0604020202020204" pitchFamily="34" charset="0"/>
                <a:cs typeface="Microsoft Sans Serif" panose="020B0604020202020204" pitchFamily="34" charset="0"/>
              </a:rPr>
              <a:t>CASFRI Workflow</a:t>
            </a:r>
          </a:p>
        </p:txBody>
      </p:sp>
      <p:grpSp>
        <p:nvGrpSpPr>
          <p:cNvPr id="2" name="Group 1">
            <a:extLst>
              <a:ext uri="{FF2B5EF4-FFF2-40B4-BE49-F238E27FC236}">
                <a16:creationId xmlns:a16="http://schemas.microsoft.com/office/drawing/2014/main" id="{7ABEA3F2-5E1B-4D0E-8720-C2F3912459C9}"/>
              </a:ext>
            </a:extLst>
          </p:cNvPr>
          <p:cNvGrpSpPr/>
          <p:nvPr/>
        </p:nvGrpSpPr>
        <p:grpSpPr>
          <a:xfrm>
            <a:off x="330715" y="1597274"/>
            <a:ext cx="11766790" cy="1296000"/>
            <a:chOff x="330715" y="1597274"/>
            <a:chExt cx="11766790" cy="1296000"/>
          </a:xfrm>
        </p:grpSpPr>
        <p:sp>
          <p:nvSpPr>
            <p:cNvPr id="8" name="TextBox 7">
              <a:extLst>
                <a:ext uri="{FF2B5EF4-FFF2-40B4-BE49-F238E27FC236}">
                  <a16:creationId xmlns:a16="http://schemas.microsoft.com/office/drawing/2014/main" id="{B65E2F6F-A5F1-4D25-B588-722F4C7C5896}"/>
                </a:ext>
              </a:extLst>
            </p:cNvPr>
            <p:cNvSpPr txBox="1"/>
            <p:nvPr/>
          </p:nvSpPr>
          <p:spPr>
            <a:xfrm>
              <a:off x="2445780" y="1597274"/>
              <a:ext cx="2880000" cy="1296000"/>
            </a:xfrm>
            <a:prstGeom prst="roundRect">
              <a:avLst/>
            </a:prstGeom>
            <a:solidFill>
              <a:schemeClr val="accent6">
                <a:lumMod val="20000"/>
                <a:lumOff val="80000"/>
              </a:schemeClr>
            </a:solidFill>
            <a:ln cap="rnd">
              <a:solidFill>
                <a:schemeClr val="tx1"/>
              </a:solidFill>
              <a:round/>
            </a:ln>
          </p:spPr>
          <p:txBody>
            <a:bodyPr wrap="square" rtlCol="0" anchor="ctr">
              <a:spAutoFit/>
            </a:bodyPr>
            <a:lstStyle/>
            <a:p>
              <a:pPr algn="ctr"/>
              <a:r>
                <a:rPr lang="fr-CA" b="1" dirty="0"/>
                <a:t>1 - Inventory acquisition and documentation</a:t>
              </a:r>
              <a:endParaRPr lang="en-GB" b="1" dirty="0"/>
            </a:p>
          </p:txBody>
        </p:sp>
        <p:sp>
          <p:nvSpPr>
            <p:cNvPr id="9" name="TextBox 8">
              <a:extLst>
                <a:ext uri="{FF2B5EF4-FFF2-40B4-BE49-F238E27FC236}">
                  <a16:creationId xmlns:a16="http://schemas.microsoft.com/office/drawing/2014/main" id="{B2C04CEF-5F33-49DC-B59B-811C73FD498B}"/>
                </a:ext>
              </a:extLst>
            </p:cNvPr>
            <p:cNvSpPr txBox="1"/>
            <p:nvPr/>
          </p:nvSpPr>
          <p:spPr>
            <a:xfrm>
              <a:off x="5828821" y="1597274"/>
              <a:ext cx="2880000" cy="1296000"/>
            </a:xfrm>
            <a:prstGeom prst="roundRect">
              <a:avLst/>
            </a:prstGeom>
            <a:solidFill>
              <a:schemeClr val="accent6">
                <a:lumMod val="20000"/>
                <a:lumOff val="80000"/>
              </a:schemeClr>
            </a:solidFill>
            <a:ln>
              <a:solidFill>
                <a:schemeClr val="tx1"/>
              </a:solidFill>
            </a:ln>
          </p:spPr>
          <p:txBody>
            <a:bodyPr wrap="square" rtlCol="0" anchor="ctr">
              <a:spAutoFit/>
            </a:bodyPr>
            <a:lstStyle/>
            <a:p>
              <a:pPr algn="ctr"/>
              <a:r>
                <a:rPr lang="fr-CA" b="1" dirty="0"/>
                <a:t>2 - Conversion to PostgreSQL/PostGIS</a:t>
              </a:r>
              <a:endParaRPr lang="en-GB" b="1" dirty="0"/>
            </a:p>
          </p:txBody>
        </p:sp>
        <p:sp>
          <p:nvSpPr>
            <p:cNvPr id="10" name="TextBox 9">
              <a:extLst>
                <a:ext uri="{FF2B5EF4-FFF2-40B4-BE49-F238E27FC236}">
                  <a16:creationId xmlns:a16="http://schemas.microsoft.com/office/drawing/2014/main" id="{E6C87CAF-152B-45C6-A5A0-03982136B4FB}"/>
                </a:ext>
              </a:extLst>
            </p:cNvPr>
            <p:cNvSpPr txBox="1"/>
            <p:nvPr/>
          </p:nvSpPr>
          <p:spPr>
            <a:xfrm>
              <a:off x="9217505" y="1597274"/>
              <a:ext cx="2880000" cy="1296000"/>
            </a:xfrm>
            <a:prstGeom prst="roundRect">
              <a:avLst/>
            </a:prstGeom>
            <a:solidFill>
              <a:schemeClr val="accent6">
                <a:lumMod val="20000"/>
                <a:lumOff val="80000"/>
              </a:schemeClr>
            </a:solidFill>
            <a:ln>
              <a:solidFill>
                <a:schemeClr val="tx1"/>
              </a:solidFill>
            </a:ln>
          </p:spPr>
          <p:txBody>
            <a:bodyPr wrap="square" rtlCol="0" anchor="ctr">
              <a:spAutoFit/>
            </a:bodyPr>
            <a:lstStyle/>
            <a:p>
              <a:pPr algn="ctr"/>
              <a:r>
                <a:rPr lang="fr-CA" b="1" dirty="0"/>
                <a:t>3 - Translation to the CASFRI </a:t>
              </a:r>
              <a:r>
                <a:rPr lang="fr-CA" b="1" dirty="0" err="1"/>
                <a:t>Specification</a:t>
              </a:r>
              <a:br>
                <a:rPr lang="fr-CA" b="1" dirty="0"/>
              </a:br>
              <a:r>
                <a:rPr lang="fr-CA" dirty="0"/>
                <a:t>(CAS, LYR, NFL, </a:t>
              </a:r>
              <a:br>
                <a:rPr lang="fr-CA" dirty="0"/>
              </a:br>
              <a:r>
                <a:rPr lang="fr-CA" dirty="0"/>
                <a:t>DST, ECO, GEO tables)</a:t>
              </a:r>
              <a:endParaRPr lang="en-GB" dirty="0"/>
            </a:p>
          </p:txBody>
        </p:sp>
        <p:cxnSp>
          <p:nvCxnSpPr>
            <p:cNvPr id="15" name="Straight Arrow Connector 14">
              <a:extLst>
                <a:ext uri="{FF2B5EF4-FFF2-40B4-BE49-F238E27FC236}">
                  <a16:creationId xmlns:a16="http://schemas.microsoft.com/office/drawing/2014/main" id="{FC2E2C4A-347C-4F5F-A8F1-419FE5CCCAC0}"/>
                </a:ext>
              </a:extLst>
            </p:cNvPr>
            <p:cNvCxnSpPr>
              <a:cxnSpLocks/>
              <a:stCxn id="8" idx="3"/>
              <a:endCxn id="9" idx="1"/>
            </p:cNvCxnSpPr>
            <p:nvPr/>
          </p:nvCxnSpPr>
          <p:spPr>
            <a:xfrm>
              <a:off x="5325780" y="2245274"/>
              <a:ext cx="50304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0C70A899-A7FB-4395-9601-DB06D76AB7DC}"/>
                </a:ext>
              </a:extLst>
            </p:cNvPr>
            <p:cNvCxnSpPr>
              <a:cxnSpLocks/>
              <a:stCxn id="9" idx="3"/>
              <a:endCxn id="10" idx="1"/>
            </p:cNvCxnSpPr>
            <p:nvPr/>
          </p:nvCxnSpPr>
          <p:spPr>
            <a:xfrm>
              <a:off x="8708821" y="2245274"/>
              <a:ext cx="50868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6A6EEBB4-E5A2-4D4B-9580-4862B58704A4}"/>
                </a:ext>
              </a:extLst>
            </p:cNvPr>
            <p:cNvSpPr txBox="1"/>
            <p:nvPr/>
          </p:nvSpPr>
          <p:spPr>
            <a:xfrm>
              <a:off x="330715" y="2032000"/>
              <a:ext cx="1915886" cy="461665"/>
            </a:xfrm>
            <a:prstGeom prst="rect">
              <a:avLst/>
            </a:prstGeom>
            <a:noFill/>
          </p:spPr>
          <p:txBody>
            <a:bodyPr wrap="square" rtlCol="0">
              <a:spAutoFit/>
            </a:bodyPr>
            <a:lstStyle/>
            <a:p>
              <a:r>
                <a:rPr lang="fr-CA" sz="2400" b="1" dirty="0"/>
                <a:t>Base </a:t>
              </a:r>
              <a:r>
                <a:rPr lang="fr-CA" sz="2400" b="1" dirty="0" err="1"/>
                <a:t>product</a:t>
              </a:r>
              <a:endParaRPr lang="en-GB" sz="2400" b="1" dirty="0"/>
            </a:p>
          </p:txBody>
        </p:sp>
      </p:grpSp>
      <p:grpSp>
        <p:nvGrpSpPr>
          <p:cNvPr id="3" name="Group 2">
            <a:extLst>
              <a:ext uri="{FF2B5EF4-FFF2-40B4-BE49-F238E27FC236}">
                <a16:creationId xmlns:a16="http://schemas.microsoft.com/office/drawing/2014/main" id="{3D47FF95-EA06-4705-9A90-AC6B86B33A15}"/>
              </a:ext>
            </a:extLst>
          </p:cNvPr>
          <p:cNvGrpSpPr/>
          <p:nvPr/>
        </p:nvGrpSpPr>
        <p:grpSpPr>
          <a:xfrm>
            <a:off x="95375" y="2893274"/>
            <a:ext cx="12002130" cy="1916190"/>
            <a:chOff x="95375" y="2893274"/>
            <a:chExt cx="12002130" cy="1916190"/>
          </a:xfrm>
        </p:grpSpPr>
        <p:sp>
          <p:nvSpPr>
            <p:cNvPr id="11" name="TextBox 10">
              <a:extLst>
                <a:ext uri="{FF2B5EF4-FFF2-40B4-BE49-F238E27FC236}">
                  <a16:creationId xmlns:a16="http://schemas.microsoft.com/office/drawing/2014/main" id="{854DA684-D5CF-4951-93B3-808D21496050}"/>
                </a:ext>
              </a:extLst>
            </p:cNvPr>
            <p:cNvSpPr txBox="1"/>
            <p:nvPr/>
          </p:nvSpPr>
          <p:spPr>
            <a:xfrm>
              <a:off x="9217505" y="3513464"/>
              <a:ext cx="2880000" cy="1296000"/>
            </a:xfrm>
            <a:prstGeom prst="roundRect">
              <a:avLst/>
            </a:prstGeom>
            <a:solidFill>
              <a:schemeClr val="accent1">
                <a:lumMod val="20000"/>
                <a:lumOff val="80000"/>
              </a:schemeClr>
            </a:solidFill>
            <a:ln>
              <a:solidFill>
                <a:schemeClr val="tx1"/>
              </a:solidFill>
            </a:ln>
          </p:spPr>
          <p:txBody>
            <a:bodyPr wrap="square" rtlCol="0" anchor="ctr">
              <a:spAutoFit/>
            </a:bodyPr>
            <a:lstStyle/>
            <a:p>
              <a:pPr algn="ctr"/>
              <a:r>
                <a:rPr lang="fr-CA" b="1" dirty="0"/>
                <a:t>4 - </a:t>
              </a:r>
              <a:r>
                <a:rPr lang="fr-CA" b="1" dirty="0" err="1"/>
                <a:t>Denormalization</a:t>
              </a:r>
              <a:br>
                <a:rPr lang="fr-CA" b="1" dirty="0"/>
              </a:br>
              <a:r>
                <a:rPr lang="fr-CA" b="1" dirty="0"/>
                <a:t>(flat table)</a:t>
              </a:r>
              <a:endParaRPr lang="en-GB" b="1" dirty="0"/>
            </a:p>
          </p:txBody>
        </p:sp>
        <p:sp>
          <p:nvSpPr>
            <p:cNvPr id="12" name="TextBox 11">
              <a:extLst>
                <a:ext uri="{FF2B5EF4-FFF2-40B4-BE49-F238E27FC236}">
                  <a16:creationId xmlns:a16="http://schemas.microsoft.com/office/drawing/2014/main" id="{20BA11F9-E090-476E-8FC0-FB1050D68B8D}"/>
                </a:ext>
              </a:extLst>
            </p:cNvPr>
            <p:cNvSpPr txBox="1"/>
            <p:nvPr/>
          </p:nvSpPr>
          <p:spPr>
            <a:xfrm>
              <a:off x="5828821" y="3513464"/>
              <a:ext cx="2880000" cy="1296000"/>
            </a:xfrm>
            <a:prstGeom prst="roundRect">
              <a:avLst/>
            </a:prstGeom>
            <a:solidFill>
              <a:schemeClr val="accent1">
                <a:lumMod val="20000"/>
                <a:lumOff val="80000"/>
              </a:schemeClr>
            </a:solidFill>
            <a:ln>
              <a:solidFill>
                <a:schemeClr val="tx1"/>
              </a:solidFill>
            </a:ln>
          </p:spPr>
          <p:txBody>
            <a:bodyPr wrap="square" rtlCol="0" anchor="ctr">
              <a:spAutoFit/>
            </a:bodyPr>
            <a:lstStyle/>
            <a:p>
              <a:pPr algn="ctr"/>
              <a:r>
                <a:rPr lang="fr-CA" b="1" dirty="0"/>
                <a:t>5 - Production of exact </a:t>
              </a:r>
              <a:r>
                <a:rPr lang="fr-CA" b="1" dirty="0" err="1"/>
                <a:t>juridiction’s</a:t>
              </a:r>
              <a:r>
                <a:rPr lang="fr-CA" b="1" dirty="0"/>
                <a:t> spatial </a:t>
              </a:r>
              <a:r>
                <a:rPr lang="fr-CA" b="1" dirty="0" err="1"/>
                <a:t>coverages</a:t>
              </a:r>
              <a:r>
                <a:rPr lang="fr-CA" b="1" dirty="0"/>
                <a:t> </a:t>
              </a:r>
              <a:r>
                <a:rPr lang="fr-CA" b="1" dirty="0" err="1"/>
                <a:t>polygons</a:t>
              </a:r>
              <a:endParaRPr lang="en-GB" b="1" dirty="0"/>
            </a:p>
          </p:txBody>
        </p:sp>
        <p:sp>
          <p:nvSpPr>
            <p:cNvPr id="13" name="TextBox 12">
              <a:extLst>
                <a:ext uri="{FF2B5EF4-FFF2-40B4-BE49-F238E27FC236}">
                  <a16:creationId xmlns:a16="http://schemas.microsoft.com/office/drawing/2014/main" id="{7D7D0B4D-E5A7-47AC-8976-9C5704F4D8F9}"/>
                </a:ext>
              </a:extLst>
            </p:cNvPr>
            <p:cNvSpPr txBox="1"/>
            <p:nvPr/>
          </p:nvSpPr>
          <p:spPr>
            <a:xfrm>
              <a:off x="2445780" y="3513464"/>
              <a:ext cx="2880000" cy="1296000"/>
            </a:xfrm>
            <a:prstGeom prst="roundRect">
              <a:avLst/>
            </a:prstGeom>
            <a:solidFill>
              <a:schemeClr val="accent1">
                <a:lumMod val="20000"/>
                <a:lumOff val="80000"/>
              </a:schemeClr>
            </a:solidFill>
            <a:ln>
              <a:solidFill>
                <a:schemeClr val="tx1"/>
              </a:solidFill>
            </a:ln>
          </p:spPr>
          <p:txBody>
            <a:bodyPr wrap="square" rtlCol="0" anchor="ctr">
              <a:spAutoFit/>
            </a:bodyPr>
            <a:lstStyle/>
            <a:p>
              <a:pPr algn="ctr"/>
              <a:r>
                <a:rPr lang="fr-CA" b="1" dirty="0"/>
                <a:t>6 - Production of the </a:t>
              </a:r>
              <a:r>
                <a:rPr lang="fr-CA" b="1" dirty="0" err="1"/>
                <a:t>GeoHistory</a:t>
              </a:r>
              <a:r>
                <a:rPr lang="fr-CA" b="1" dirty="0"/>
                <a:t> table</a:t>
              </a:r>
              <a:endParaRPr lang="en-GB" b="1" dirty="0"/>
            </a:p>
          </p:txBody>
        </p:sp>
        <p:cxnSp>
          <p:nvCxnSpPr>
            <p:cNvPr id="16" name="Straight Arrow Connector 15">
              <a:extLst>
                <a:ext uri="{FF2B5EF4-FFF2-40B4-BE49-F238E27FC236}">
                  <a16:creationId xmlns:a16="http://schemas.microsoft.com/office/drawing/2014/main" id="{93569440-6D39-4035-8CD6-3BBD5BE83483}"/>
                </a:ext>
              </a:extLst>
            </p:cNvPr>
            <p:cNvCxnSpPr>
              <a:cxnSpLocks/>
              <a:stCxn id="12" idx="1"/>
              <a:endCxn id="13" idx="3"/>
            </p:cNvCxnSpPr>
            <p:nvPr/>
          </p:nvCxnSpPr>
          <p:spPr>
            <a:xfrm flipH="1">
              <a:off x="5325780" y="4161464"/>
              <a:ext cx="50304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857F457-09D1-429A-B8C5-A0E7610C9067}"/>
                </a:ext>
              </a:extLst>
            </p:cNvPr>
            <p:cNvCxnSpPr>
              <a:cxnSpLocks/>
              <a:stCxn id="11" idx="1"/>
              <a:endCxn id="12" idx="3"/>
            </p:cNvCxnSpPr>
            <p:nvPr/>
          </p:nvCxnSpPr>
          <p:spPr>
            <a:xfrm flipH="1">
              <a:off x="8708821" y="4161464"/>
              <a:ext cx="50868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33DD433-373F-4196-9748-573AA7BFABDE}"/>
                </a:ext>
              </a:extLst>
            </p:cNvPr>
            <p:cNvCxnSpPr>
              <a:cxnSpLocks/>
            </p:cNvCxnSpPr>
            <p:nvPr/>
          </p:nvCxnSpPr>
          <p:spPr>
            <a:xfrm>
              <a:off x="11194534" y="2893274"/>
              <a:ext cx="0" cy="62019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36F0F7DB-8244-4CEE-A35D-997256C64B81}"/>
                </a:ext>
              </a:extLst>
            </p:cNvPr>
            <p:cNvSpPr txBox="1"/>
            <p:nvPr/>
          </p:nvSpPr>
          <p:spPr>
            <a:xfrm>
              <a:off x="95375" y="3930631"/>
              <a:ext cx="2386567" cy="461665"/>
            </a:xfrm>
            <a:prstGeom prst="rect">
              <a:avLst/>
            </a:prstGeom>
            <a:noFill/>
          </p:spPr>
          <p:txBody>
            <a:bodyPr wrap="square" rtlCol="0">
              <a:spAutoFit/>
            </a:bodyPr>
            <a:lstStyle/>
            <a:p>
              <a:r>
                <a:rPr lang="fr-CA" sz="2400" b="1" dirty="0" err="1"/>
                <a:t>Derived</a:t>
              </a:r>
              <a:r>
                <a:rPr lang="fr-CA" sz="2400" b="1" dirty="0"/>
                <a:t> </a:t>
              </a:r>
              <a:r>
                <a:rPr lang="fr-CA" sz="2400" b="1" dirty="0" err="1"/>
                <a:t>products</a:t>
              </a:r>
              <a:endParaRPr lang="en-GB" sz="2400" b="1" dirty="0"/>
            </a:p>
          </p:txBody>
        </p:sp>
      </p:grpSp>
      <p:grpSp>
        <p:nvGrpSpPr>
          <p:cNvPr id="17" name="Group 16">
            <a:extLst>
              <a:ext uri="{FF2B5EF4-FFF2-40B4-BE49-F238E27FC236}">
                <a16:creationId xmlns:a16="http://schemas.microsoft.com/office/drawing/2014/main" id="{257ED8C6-F0FD-4DA6-AF4A-20D44F7DF25E}"/>
              </a:ext>
            </a:extLst>
          </p:cNvPr>
          <p:cNvGrpSpPr/>
          <p:nvPr/>
        </p:nvGrpSpPr>
        <p:grpSpPr>
          <a:xfrm>
            <a:off x="95375" y="4809464"/>
            <a:ext cx="5230405" cy="1861791"/>
            <a:chOff x="95375" y="4809464"/>
            <a:chExt cx="5230405" cy="1861791"/>
          </a:xfrm>
        </p:grpSpPr>
        <p:sp>
          <p:nvSpPr>
            <p:cNvPr id="14" name="TextBox 13">
              <a:extLst>
                <a:ext uri="{FF2B5EF4-FFF2-40B4-BE49-F238E27FC236}">
                  <a16:creationId xmlns:a16="http://schemas.microsoft.com/office/drawing/2014/main" id="{A169C8C7-4F86-4F2D-8986-1E77E51993B1}"/>
                </a:ext>
              </a:extLst>
            </p:cNvPr>
            <p:cNvSpPr txBox="1"/>
            <p:nvPr/>
          </p:nvSpPr>
          <p:spPr>
            <a:xfrm>
              <a:off x="2445780" y="5375255"/>
              <a:ext cx="2880000" cy="1296000"/>
            </a:xfrm>
            <a:prstGeom prst="roundRect">
              <a:avLst/>
            </a:prstGeom>
            <a:solidFill>
              <a:schemeClr val="accent2">
                <a:lumMod val="20000"/>
                <a:lumOff val="80000"/>
              </a:schemeClr>
            </a:solidFill>
            <a:ln>
              <a:solidFill>
                <a:schemeClr val="tx1"/>
              </a:solidFill>
              <a:prstDash val="dash"/>
            </a:ln>
          </p:spPr>
          <p:txBody>
            <a:bodyPr wrap="square" rtlCol="0" anchor="ctr">
              <a:spAutoFit/>
            </a:bodyPr>
            <a:lstStyle/>
            <a:p>
              <a:pPr algn="ctr"/>
              <a:r>
                <a:rPr lang="fr-CA" b="1" dirty="0"/>
                <a:t>7 - Production of the </a:t>
              </a:r>
              <a:r>
                <a:rPr lang="fr-CA" b="1" dirty="0" err="1"/>
                <a:t>GeoHistory</a:t>
              </a:r>
              <a:r>
                <a:rPr lang="fr-CA" b="1" dirty="0"/>
                <a:t> </a:t>
              </a:r>
              <a:r>
                <a:rPr lang="fr-CA" b="1" dirty="0" err="1"/>
                <a:t>Enhanced</a:t>
              </a:r>
              <a:r>
                <a:rPr lang="fr-CA" b="1" dirty="0"/>
                <a:t> table</a:t>
              </a:r>
              <a:endParaRPr lang="en-GB" b="1" dirty="0"/>
            </a:p>
          </p:txBody>
        </p:sp>
        <p:cxnSp>
          <p:nvCxnSpPr>
            <p:cNvPr id="20" name="Straight Arrow Connector 19">
              <a:extLst>
                <a:ext uri="{FF2B5EF4-FFF2-40B4-BE49-F238E27FC236}">
                  <a16:creationId xmlns:a16="http://schemas.microsoft.com/office/drawing/2014/main" id="{50FA7477-1756-480A-90A1-7D60F8664EF8}"/>
                </a:ext>
              </a:extLst>
            </p:cNvPr>
            <p:cNvCxnSpPr>
              <a:cxnSpLocks/>
              <a:stCxn id="13" idx="2"/>
              <a:endCxn id="14" idx="0"/>
            </p:cNvCxnSpPr>
            <p:nvPr/>
          </p:nvCxnSpPr>
          <p:spPr>
            <a:xfrm>
              <a:off x="3885780" y="4809464"/>
              <a:ext cx="0" cy="5657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3D0267CA-B7E6-45EB-8353-7DCCF91D9D9C}"/>
                </a:ext>
              </a:extLst>
            </p:cNvPr>
            <p:cNvSpPr txBox="1"/>
            <p:nvPr/>
          </p:nvSpPr>
          <p:spPr>
            <a:xfrm>
              <a:off x="95375" y="5784765"/>
              <a:ext cx="2386567" cy="461665"/>
            </a:xfrm>
            <a:prstGeom prst="rect">
              <a:avLst/>
            </a:prstGeom>
            <a:noFill/>
          </p:spPr>
          <p:txBody>
            <a:bodyPr wrap="square" rtlCol="0">
              <a:spAutoFit/>
            </a:bodyPr>
            <a:lstStyle/>
            <a:p>
              <a:r>
                <a:rPr lang="fr-CA" sz="2400" b="1" dirty="0" err="1"/>
                <a:t>Planned</a:t>
              </a:r>
              <a:r>
                <a:rPr lang="fr-CA" sz="2400" b="1" dirty="0"/>
                <a:t> </a:t>
              </a:r>
              <a:r>
                <a:rPr lang="fr-CA" sz="2400" b="1" dirty="0" err="1"/>
                <a:t>product</a:t>
              </a:r>
              <a:endParaRPr lang="en-GB" sz="2400" b="1" dirty="0"/>
            </a:p>
          </p:txBody>
        </p:sp>
      </p:grpSp>
    </p:spTree>
    <p:extLst>
      <p:ext uri="{BB962C8B-B14F-4D97-AF65-F5344CB8AC3E}">
        <p14:creationId xmlns:p14="http://schemas.microsoft.com/office/powerpoint/2010/main" val="214659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590330-B14F-206A-7D35-1A2D2F9604CA}"/>
              </a:ext>
            </a:extLst>
          </p:cNvPr>
          <p:cNvSpPr txBox="1"/>
          <p:nvPr/>
        </p:nvSpPr>
        <p:spPr>
          <a:xfrm>
            <a:off x="15650" y="1393383"/>
            <a:ext cx="5132402" cy="5509200"/>
          </a:xfrm>
          <a:prstGeom prst="rect">
            <a:avLst/>
          </a:prstGeom>
          <a:solidFill>
            <a:schemeClr val="bg2"/>
          </a:solidFill>
        </p:spPr>
        <p:txBody>
          <a:bodyPr wrap="square" rtlCol="0">
            <a:spAutoFit/>
          </a:bodyPr>
          <a:lstStyle/>
          <a:p>
            <a:pPr marL="185738" indent="-185738">
              <a:lnSpc>
                <a:spcPct val="100000"/>
              </a:lnSpc>
              <a:buFont typeface="Arial" panose="020B0604020202020204" pitchFamily="34" charset="0"/>
              <a:buChar char="•"/>
            </a:pPr>
            <a:r>
              <a:rPr lang="en-US" sz="2200" dirty="0"/>
              <a:t>CASFRI integrates current and past inventories into a stack of historical inventories.</a:t>
            </a:r>
          </a:p>
          <a:p>
            <a:pPr marL="185738" indent="-185738">
              <a:lnSpc>
                <a:spcPct val="100000"/>
              </a:lnSpc>
              <a:buFont typeface="Arial" panose="020B0604020202020204" pitchFamily="34" charset="0"/>
              <a:buChar char="•"/>
            </a:pPr>
            <a:r>
              <a:rPr lang="en-US" sz="2200" dirty="0"/>
              <a:t>Stand polygons overlaps in space and/or time.</a:t>
            </a:r>
          </a:p>
          <a:p>
            <a:pPr marL="185738" indent="-185738">
              <a:lnSpc>
                <a:spcPct val="100000"/>
              </a:lnSpc>
              <a:buFont typeface="Arial" panose="020B0604020202020204" pitchFamily="34" charset="0"/>
              <a:buChar char="•"/>
            </a:pPr>
            <a:r>
              <a:rPr lang="en-US" sz="2200" dirty="0"/>
              <a:t>The </a:t>
            </a:r>
            <a:r>
              <a:rPr lang="en-US" sz="2200" b="1" dirty="0" err="1"/>
              <a:t>GeoHistory</a:t>
            </a:r>
            <a:r>
              <a:rPr lang="en-US" sz="2200" dirty="0"/>
              <a:t> table removes those overlaps by prioritizing stands according to a precedence scheme based on STAND_PHOTO_YEAR and the overall validity of attribute values.</a:t>
            </a:r>
          </a:p>
          <a:p>
            <a:pPr marL="185738" indent="-185738">
              <a:lnSpc>
                <a:spcPct val="100000"/>
              </a:lnSpc>
              <a:buFont typeface="Arial" panose="020B0604020202020204" pitchFamily="34" charset="0"/>
              <a:buChar char="•"/>
            </a:pPr>
            <a:r>
              <a:rPr lang="en-US" sz="2200" dirty="0"/>
              <a:t>Stands polygons are cut into parts according to their spatial relationships and their precedence.</a:t>
            </a:r>
          </a:p>
          <a:p>
            <a:pPr marL="185738" indent="-185738">
              <a:lnSpc>
                <a:spcPct val="100000"/>
              </a:lnSpc>
              <a:buFont typeface="Arial" panose="020B0604020202020204" pitchFamily="34" charset="0"/>
              <a:buChar char="•"/>
            </a:pPr>
            <a:r>
              <a:rPr lang="en-US" sz="2200" dirty="0"/>
              <a:t>Each part is assigned a non-overlapping period of validity (VALID_YEAR_BEGIN-VALID_YEAR_END).</a:t>
            </a:r>
            <a:endParaRPr lang="en-CA" sz="2200" dirty="0"/>
          </a:p>
        </p:txBody>
      </p:sp>
      <p:sp>
        <p:nvSpPr>
          <p:cNvPr id="11" name="TextBox 7">
            <a:extLst>
              <a:ext uri="{FF2B5EF4-FFF2-40B4-BE49-F238E27FC236}">
                <a16:creationId xmlns:a16="http://schemas.microsoft.com/office/drawing/2014/main" id="{84CDE60A-85B2-4357-AC1A-D40DB3242BFF}"/>
              </a:ext>
            </a:extLst>
          </p:cNvPr>
          <p:cNvSpPr txBox="1"/>
          <p:nvPr/>
        </p:nvSpPr>
        <p:spPr>
          <a:xfrm flipH="1">
            <a:off x="2968687" y="294644"/>
            <a:ext cx="6254625" cy="707886"/>
          </a:xfrm>
          <a:prstGeom prst="rect">
            <a:avLst/>
          </a:prstGeom>
          <a:noFill/>
        </p:spPr>
        <p:txBody>
          <a:bodyPr wrap="square" rtlCol="0">
            <a:spAutoFit/>
          </a:bodyPr>
          <a:lstStyle/>
          <a:p>
            <a:pPr algn="ct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The </a:t>
            </a:r>
            <a:r>
              <a:rPr lang="en-CA" sz="4000" dirty="0" err="1">
                <a:latin typeface="Microsoft Sans Serif" panose="020B0604020202020204" pitchFamily="34" charset="0"/>
                <a:ea typeface="Microsoft Sans Serif" panose="020B0604020202020204" pitchFamily="34" charset="0"/>
                <a:cs typeface="Microsoft Sans Serif" panose="020B0604020202020204" pitchFamily="34" charset="0"/>
              </a:rPr>
              <a:t>GeoHistory</a:t>
            </a: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 Table</a:t>
            </a:r>
          </a:p>
        </p:txBody>
      </p:sp>
      <p:grpSp>
        <p:nvGrpSpPr>
          <p:cNvPr id="13" name="Group 12">
            <a:extLst>
              <a:ext uri="{FF2B5EF4-FFF2-40B4-BE49-F238E27FC236}">
                <a16:creationId xmlns:a16="http://schemas.microsoft.com/office/drawing/2014/main" id="{5FE8A23C-FD36-48BB-BCE3-A525A536EB4B}"/>
              </a:ext>
            </a:extLst>
          </p:cNvPr>
          <p:cNvGrpSpPr/>
          <p:nvPr/>
        </p:nvGrpSpPr>
        <p:grpSpPr>
          <a:xfrm>
            <a:off x="5151641" y="1891832"/>
            <a:ext cx="5248112" cy="4534333"/>
            <a:chOff x="1953412" y="1253432"/>
            <a:chExt cx="5248112" cy="4534333"/>
          </a:xfrm>
        </p:grpSpPr>
        <p:sp>
          <p:nvSpPr>
            <p:cNvPr id="51" name="ZoneTexte 49">
              <a:extLst>
                <a:ext uri="{FF2B5EF4-FFF2-40B4-BE49-F238E27FC236}">
                  <a16:creationId xmlns:a16="http://schemas.microsoft.com/office/drawing/2014/main" id="{43CB2A63-A021-4E11-961A-50FAF449317C}"/>
                </a:ext>
              </a:extLst>
            </p:cNvPr>
            <p:cNvSpPr txBox="1"/>
            <p:nvPr/>
          </p:nvSpPr>
          <p:spPr>
            <a:xfrm>
              <a:off x="1953412" y="4809621"/>
              <a:ext cx="1422655" cy="646331"/>
            </a:xfrm>
            <a:prstGeom prst="rect">
              <a:avLst/>
            </a:prstGeom>
            <a:noFill/>
          </p:spPr>
          <p:txBody>
            <a:bodyPr wrap="square" rtlCol="0">
              <a:spAutoFit/>
            </a:bodyPr>
            <a:lstStyle/>
            <a:p>
              <a:pPr algn="ctr"/>
              <a:r>
                <a:rPr lang="en-US" b="1" dirty="0">
                  <a:solidFill>
                    <a:sysClr val="windowText" lastClr="000000"/>
                  </a:solidFill>
                </a:rPr>
                <a:t>Inventory A</a:t>
              </a:r>
              <a:br>
                <a:rPr lang="en-US" b="1" dirty="0">
                  <a:solidFill>
                    <a:sysClr val="windowText" lastClr="000000"/>
                  </a:solidFill>
                </a:rPr>
              </a:br>
              <a:r>
                <a:rPr lang="en-US" dirty="0">
                  <a:solidFill>
                    <a:sysClr val="windowText" lastClr="000000"/>
                  </a:solidFill>
                </a:rPr>
                <a:t>1990-1999</a:t>
              </a:r>
            </a:p>
          </p:txBody>
        </p:sp>
        <p:grpSp>
          <p:nvGrpSpPr>
            <p:cNvPr id="52" name="Group 51">
              <a:extLst>
                <a:ext uri="{FF2B5EF4-FFF2-40B4-BE49-F238E27FC236}">
                  <a16:creationId xmlns:a16="http://schemas.microsoft.com/office/drawing/2014/main" id="{40AD5E67-9C36-4880-8A10-9FE89B85EA38}"/>
                </a:ext>
              </a:extLst>
            </p:cNvPr>
            <p:cNvGrpSpPr/>
            <p:nvPr/>
          </p:nvGrpSpPr>
          <p:grpSpPr>
            <a:xfrm>
              <a:off x="3087114" y="1253432"/>
              <a:ext cx="4114410" cy="4534333"/>
              <a:chOff x="2933694" y="832515"/>
              <a:chExt cx="4114410" cy="4534333"/>
            </a:xfrm>
          </p:grpSpPr>
          <p:sp>
            <p:nvSpPr>
              <p:cNvPr id="55" name="Parallélogramme 11">
                <a:extLst>
                  <a:ext uri="{FF2B5EF4-FFF2-40B4-BE49-F238E27FC236}">
                    <a16:creationId xmlns:a16="http://schemas.microsoft.com/office/drawing/2014/main" id="{7C5CACA6-60B0-4C1F-A500-90E3D45ECB81}"/>
                  </a:ext>
                </a:extLst>
              </p:cNvPr>
              <p:cNvSpPr/>
              <p:nvPr/>
            </p:nvSpPr>
            <p:spPr>
              <a:xfrm>
                <a:off x="2933694" y="4015135"/>
                <a:ext cx="4114410" cy="1351713"/>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Parallélogramme 11">
                <a:extLst>
                  <a:ext uri="{FF2B5EF4-FFF2-40B4-BE49-F238E27FC236}">
                    <a16:creationId xmlns:a16="http://schemas.microsoft.com/office/drawing/2014/main" id="{852BDCD2-ADD1-4412-9ACC-8814FAF4CCFE}"/>
                  </a:ext>
                </a:extLst>
              </p:cNvPr>
              <p:cNvSpPr/>
              <p:nvPr/>
            </p:nvSpPr>
            <p:spPr>
              <a:xfrm>
                <a:off x="2933694" y="2408110"/>
                <a:ext cx="4114410" cy="1351713"/>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Parallélogramme 11">
                <a:extLst>
                  <a:ext uri="{FF2B5EF4-FFF2-40B4-BE49-F238E27FC236}">
                    <a16:creationId xmlns:a16="http://schemas.microsoft.com/office/drawing/2014/main" id="{C360D1C6-6E79-4F6B-A2B4-AE3350C6A72F}"/>
                  </a:ext>
                </a:extLst>
              </p:cNvPr>
              <p:cNvSpPr/>
              <p:nvPr/>
            </p:nvSpPr>
            <p:spPr>
              <a:xfrm>
                <a:off x="2933694" y="832515"/>
                <a:ext cx="4114410" cy="1351713"/>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Connecteur droit 32">
                <a:extLst>
                  <a:ext uri="{FF2B5EF4-FFF2-40B4-BE49-F238E27FC236}">
                    <a16:creationId xmlns:a16="http://schemas.microsoft.com/office/drawing/2014/main" id="{11BBC7F8-D8C2-4D15-9E6E-540FBDD83516}"/>
                  </a:ext>
                </a:extLst>
              </p:cNvPr>
              <p:cNvCxnSpPr>
                <a:cxnSpLocks/>
              </p:cNvCxnSpPr>
              <p:nvPr/>
            </p:nvCxnSpPr>
            <p:spPr>
              <a:xfrm flipV="1">
                <a:off x="3540467" y="1577498"/>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Connecteur droit 35">
                <a:extLst>
                  <a:ext uri="{FF2B5EF4-FFF2-40B4-BE49-F238E27FC236}">
                    <a16:creationId xmlns:a16="http://schemas.microsoft.com/office/drawing/2014/main" id="{0AFEB4E1-A3CA-44CA-B090-5C37F0807DA2}"/>
                  </a:ext>
                </a:extLst>
              </p:cNvPr>
              <p:cNvCxnSpPr>
                <a:cxnSpLocks/>
              </p:cNvCxnSpPr>
              <p:nvPr/>
            </p:nvCxnSpPr>
            <p:spPr>
              <a:xfrm flipV="1">
                <a:off x="4734048" y="1268104"/>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Connecteur droit 33">
                <a:extLst>
                  <a:ext uri="{FF2B5EF4-FFF2-40B4-BE49-F238E27FC236}">
                    <a16:creationId xmlns:a16="http://schemas.microsoft.com/office/drawing/2014/main" id="{AF1E44C0-5277-462F-AF0E-CEBC20CB06CD}"/>
                  </a:ext>
                </a:extLst>
              </p:cNvPr>
              <p:cNvCxnSpPr>
                <a:cxnSpLocks/>
              </p:cNvCxnSpPr>
              <p:nvPr/>
            </p:nvCxnSpPr>
            <p:spPr>
              <a:xfrm flipV="1">
                <a:off x="4292942" y="1024577"/>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61" name="Forme libre : forme 3">
                <a:extLst>
                  <a:ext uri="{FF2B5EF4-FFF2-40B4-BE49-F238E27FC236}">
                    <a16:creationId xmlns:a16="http://schemas.microsoft.com/office/drawing/2014/main" id="{2ABB9FAE-0BC5-4658-B51E-3431E8039404}"/>
                  </a:ext>
                </a:extLst>
              </p:cNvPr>
              <p:cNvSpPr/>
              <p:nvPr/>
            </p:nvSpPr>
            <p:spPr>
              <a:xfrm>
                <a:off x="3340442" y="1045452"/>
                <a:ext cx="1393606" cy="93910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orme libre : forme 4">
                <a:extLst>
                  <a:ext uri="{FF2B5EF4-FFF2-40B4-BE49-F238E27FC236}">
                    <a16:creationId xmlns:a16="http://schemas.microsoft.com/office/drawing/2014/main" id="{8D01EF86-6615-4E3F-BF0B-843749D683E3}"/>
                  </a:ext>
                </a:extLst>
              </p:cNvPr>
              <p:cNvSpPr/>
              <p:nvPr/>
            </p:nvSpPr>
            <p:spPr>
              <a:xfrm>
                <a:off x="4498934" y="1047992"/>
                <a:ext cx="1169113" cy="863702"/>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orme libre : forme 5">
                <a:extLst>
                  <a:ext uri="{FF2B5EF4-FFF2-40B4-BE49-F238E27FC236}">
                    <a16:creationId xmlns:a16="http://schemas.microsoft.com/office/drawing/2014/main" id="{78A07485-BAB9-4AD5-AD0F-181080C7759E}"/>
                  </a:ext>
                </a:extLst>
              </p:cNvPr>
              <p:cNvSpPr/>
              <p:nvPr/>
            </p:nvSpPr>
            <p:spPr>
              <a:xfrm>
                <a:off x="5327609" y="1305981"/>
                <a:ext cx="1300412" cy="773320"/>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orme libre : forme 17">
                <a:extLst>
                  <a:ext uri="{FF2B5EF4-FFF2-40B4-BE49-F238E27FC236}">
                    <a16:creationId xmlns:a16="http://schemas.microsoft.com/office/drawing/2014/main" id="{44887EA3-1928-4275-B70B-264B2CF3243D}"/>
                  </a:ext>
                </a:extLst>
              </p:cNvPr>
              <p:cNvSpPr/>
              <p:nvPr/>
            </p:nvSpPr>
            <p:spPr>
              <a:xfrm>
                <a:off x="3340442" y="2647221"/>
                <a:ext cx="1393606" cy="93910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orme libre : forme 18">
                <a:extLst>
                  <a:ext uri="{FF2B5EF4-FFF2-40B4-BE49-F238E27FC236}">
                    <a16:creationId xmlns:a16="http://schemas.microsoft.com/office/drawing/2014/main" id="{AC182319-63AF-48EB-A7DC-EABA3800CF68}"/>
                  </a:ext>
                </a:extLst>
              </p:cNvPr>
              <p:cNvSpPr/>
              <p:nvPr/>
            </p:nvSpPr>
            <p:spPr>
              <a:xfrm>
                <a:off x="4498934" y="2402111"/>
                <a:ext cx="1169113" cy="863702"/>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orme libre : forme 19">
                <a:extLst>
                  <a:ext uri="{FF2B5EF4-FFF2-40B4-BE49-F238E27FC236}">
                    <a16:creationId xmlns:a16="http://schemas.microsoft.com/office/drawing/2014/main" id="{40197B58-43C0-4A53-98DA-809732911FA6}"/>
                  </a:ext>
                </a:extLst>
              </p:cNvPr>
              <p:cNvSpPr/>
              <p:nvPr/>
            </p:nvSpPr>
            <p:spPr>
              <a:xfrm>
                <a:off x="5327609" y="2755350"/>
                <a:ext cx="1300412" cy="773320"/>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orme libre : forme 23">
                <a:extLst>
                  <a:ext uri="{FF2B5EF4-FFF2-40B4-BE49-F238E27FC236}">
                    <a16:creationId xmlns:a16="http://schemas.microsoft.com/office/drawing/2014/main" id="{37BDC8EC-8F4B-4303-A232-88B84044D63E}"/>
                  </a:ext>
                </a:extLst>
              </p:cNvPr>
              <p:cNvSpPr/>
              <p:nvPr/>
            </p:nvSpPr>
            <p:spPr>
              <a:xfrm>
                <a:off x="3340442" y="4248990"/>
                <a:ext cx="1393606" cy="93910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orme libre : forme 24">
                <a:extLst>
                  <a:ext uri="{FF2B5EF4-FFF2-40B4-BE49-F238E27FC236}">
                    <a16:creationId xmlns:a16="http://schemas.microsoft.com/office/drawing/2014/main" id="{571F270F-3154-4D52-AF8B-D39E6A487F5F}"/>
                  </a:ext>
                </a:extLst>
              </p:cNvPr>
              <p:cNvSpPr/>
              <p:nvPr/>
            </p:nvSpPr>
            <p:spPr>
              <a:xfrm>
                <a:off x="4498934" y="4251530"/>
                <a:ext cx="1169113" cy="863702"/>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orme libre : forme 25">
                <a:extLst>
                  <a:ext uri="{FF2B5EF4-FFF2-40B4-BE49-F238E27FC236}">
                    <a16:creationId xmlns:a16="http://schemas.microsoft.com/office/drawing/2014/main" id="{0F3DD86B-775A-4F70-A777-83B4A49B17D0}"/>
                  </a:ext>
                </a:extLst>
              </p:cNvPr>
              <p:cNvSpPr/>
              <p:nvPr/>
            </p:nvSpPr>
            <p:spPr>
              <a:xfrm>
                <a:off x="5327609" y="4357119"/>
                <a:ext cx="1300412" cy="773320"/>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Connecteur droit 36">
                <a:extLst>
                  <a:ext uri="{FF2B5EF4-FFF2-40B4-BE49-F238E27FC236}">
                    <a16:creationId xmlns:a16="http://schemas.microsoft.com/office/drawing/2014/main" id="{5870900D-00D6-4F7B-A58D-E1EA5E34FF22}"/>
                  </a:ext>
                </a:extLst>
              </p:cNvPr>
              <p:cNvCxnSpPr>
                <a:cxnSpLocks/>
              </p:cNvCxnSpPr>
              <p:nvPr/>
            </p:nvCxnSpPr>
            <p:spPr>
              <a:xfrm flipV="1">
                <a:off x="3940517" y="2021816"/>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Connecteur droit 37">
                <a:extLst>
                  <a:ext uri="{FF2B5EF4-FFF2-40B4-BE49-F238E27FC236}">
                    <a16:creationId xmlns:a16="http://schemas.microsoft.com/office/drawing/2014/main" id="{3D0ED32B-69C9-409A-8199-0243AFD7B359}"/>
                  </a:ext>
                </a:extLst>
              </p:cNvPr>
              <p:cNvCxnSpPr>
                <a:cxnSpLocks/>
              </p:cNvCxnSpPr>
              <p:nvPr/>
            </p:nvCxnSpPr>
            <p:spPr>
              <a:xfrm flipV="1">
                <a:off x="5668047" y="1172209"/>
                <a:ext cx="0" cy="3166281"/>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Connecteur droit 28">
                <a:extLst>
                  <a:ext uri="{FF2B5EF4-FFF2-40B4-BE49-F238E27FC236}">
                    <a16:creationId xmlns:a16="http://schemas.microsoft.com/office/drawing/2014/main" id="{25B6AFC0-B501-4BEA-8E64-B1F86D0D69A8}"/>
                  </a:ext>
                </a:extLst>
              </p:cNvPr>
              <p:cNvCxnSpPr>
                <a:cxnSpLocks/>
              </p:cNvCxnSpPr>
              <p:nvPr/>
            </p:nvCxnSpPr>
            <p:spPr>
              <a:xfrm flipV="1">
                <a:off x="3340442" y="1815152"/>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Connecteur droit 34">
                <a:extLst>
                  <a:ext uri="{FF2B5EF4-FFF2-40B4-BE49-F238E27FC236}">
                    <a16:creationId xmlns:a16="http://schemas.microsoft.com/office/drawing/2014/main" id="{9A817B43-C742-434D-ABF4-E88EEFB5C5A8}"/>
                  </a:ext>
                </a:extLst>
              </p:cNvPr>
              <p:cNvCxnSpPr>
                <a:cxnSpLocks/>
              </p:cNvCxnSpPr>
              <p:nvPr/>
            </p:nvCxnSpPr>
            <p:spPr>
              <a:xfrm flipV="1">
                <a:off x="4505626" y="1725311"/>
                <a:ext cx="0" cy="316628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4" name="Connecteur droit 38">
                <a:extLst>
                  <a:ext uri="{FF2B5EF4-FFF2-40B4-BE49-F238E27FC236}">
                    <a16:creationId xmlns:a16="http://schemas.microsoft.com/office/drawing/2014/main" id="{9E0FC801-9120-41A9-BA39-20066BE50920}"/>
                  </a:ext>
                </a:extLst>
              </p:cNvPr>
              <p:cNvCxnSpPr>
                <a:cxnSpLocks/>
              </p:cNvCxnSpPr>
              <p:nvPr/>
            </p:nvCxnSpPr>
            <p:spPr>
              <a:xfrm flipV="1">
                <a:off x="5062744" y="1911694"/>
                <a:ext cx="0" cy="3166281"/>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Connecteur droit 39">
                <a:extLst>
                  <a:ext uri="{FF2B5EF4-FFF2-40B4-BE49-F238E27FC236}">
                    <a16:creationId xmlns:a16="http://schemas.microsoft.com/office/drawing/2014/main" id="{B8F8557A-805E-4C39-BDD3-DCFF4952D689}"/>
                  </a:ext>
                </a:extLst>
              </p:cNvPr>
              <p:cNvCxnSpPr>
                <a:cxnSpLocks/>
              </p:cNvCxnSpPr>
              <p:nvPr/>
            </p:nvCxnSpPr>
            <p:spPr>
              <a:xfrm flipV="1">
                <a:off x="6628021" y="1375463"/>
                <a:ext cx="0" cy="3166281"/>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6" name="Connecteur droit 40">
                <a:extLst>
                  <a:ext uri="{FF2B5EF4-FFF2-40B4-BE49-F238E27FC236}">
                    <a16:creationId xmlns:a16="http://schemas.microsoft.com/office/drawing/2014/main" id="{23AFE328-F899-4FC3-9C99-3BCB7BBFF509}"/>
                  </a:ext>
                </a:extLst>
              </p:cNvPr>
              <p:cNvCxnSpPr>
                <a:cxnSpLocks/>
              </p:cNvCxnSpPr>
              <p:nvPr/>
            </p:nvCxnSpPr>
            <p:spPr>
              <a:xfrm flipV="1">
                <a:off x="6105525" y="2002766"/>
                <a:ext cx="0" cy="3052600"/>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7" name="Connecteur droit 42">
                <a:extLst>
                  <a:ext uri="{FF2B5EF4-FFF2-40B4-BE49-F238E27FC236}">
                    <a16:creationId xmlns:a16="http://schemas.microsoft.com/office/drawing/2014/main" id="{F84817FC-D18C-47ED-9921-68FDADEBF5D6}"/>
                  </a:ext>
                </a:extLst>
              </p:cNvPr>
              <p:cNvCxnSpPr>
                <a:cxnSpLocks/>
                <a:endCxn id="63" idx="0"/>
              </p:cNvCxnSpPr>
              <p:nvPr/>
            </p:nvCxnSpPr>
            <p:spPr>
              <a:xfrm flipH="1" flipV="1">
                <a:off x="5327609" y="1928016"/>
                <a:ext cx="9526" cy="3035660"/>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78" name="Forme libre : forme 52">
                <a:extLst>
                  <a:ext uri="{FF2B5EF4-FFF2-40B4-BE49-F238E27FC236}">
                    <a16:creationId xmlns:a16="http://schemas.microsoft.com/office/drawing/2014/main" id="{1656BBBB-5699-484A-B26C-D3EFC133A74E}"/>
                  </a:ext>
                </a:extLst>
              </p:cNvPr>
              <p:cNvSpPr/>
              <p:nvPr/>
            </p:nvSpPr>
            <p:spPr>
              <a:xfrm>
                <a:off x="5041901" y="1130300"/>
                <a:ext cx="237024" cy="762000"/>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24" h="762000">
                    <a:moveTo>
                      <a:pt x="31750" y="0"/>
                    </a:moveTo>
                    <a:cubicBezTo>
                      <a:pt x="93133" y="107950"/>
                      <a:pt x="303742" y="231775"/>
                      <a:pt x="215900" y="323850"/>
                    </a:cubicBezTo>
                    <a:cubicBezTo>
                      <a:pt x="128058" y="415925"/>
                      <a:pt x="23283" y="517525"/>
                      <a:pt x="0" y="590550"/>
                    </a:cubicBezTo>
                    <a:cubicBezTo>
                      <a:pt x="0" y="639233"/>
                      <a:pt x="62442" y="733425"/>
                      <a:pt x="76200" y="762000"/>
                    </a:cubicBezTo>
                    <a:lnTo>
                      <a:pt x="82550" y="762000"/>
                    </a:lnTo>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orme libre : forme 53">
                <a:extLst>
                  <a:ext uri="{FF2B5EF4-FFF2-40B4-BE49-F238E27FC236}">
                    <a16:creationId xmlns:a16="http://schemas.microsoft.com/office/drawing/2014/main" id="{03F64C29-3E7A-4E86-A128-091B09270F3C}"/>
                  </a:ext>
                </a:extLst>
              </p:cNvPr>
              <p:cNvSpPr/>
              <p:nvPr/>
            </p:nvSpPr>
            <p:spPr>
              <a:xfrm>
                <a:off x="5034281" y="2494280"/>
                <a:ext cx="237024" cy="762000"/>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24" h="762000">
                    <a:moveTo>
                      <a:pt x="31750" y="0"/>
                    </a:moveTo>
                    <a:cubicBezTo>
                      <a:pt x="93133" y="107950"/>
                      <a:pt x="303742" y="231775"/>
                      <a:pt x="215900" y="323850"/>
                    </a:cubicBezTo>
                    <a:cubicBezTo>
                      <a:pt x="128058" y="415925"/>
                      <a:pt x="23283" y="517525"/>
                      <a:pt x="0" y="590550"/>
                    </a:cubicBezTo>
                    <a:cubicBezTo>
                      <a:pt x="0" y="639233"/>
                      <a:pt x="62442" y="733425"/>
                      <a:pt x="76200" y="762000"/>
                    </a:cubicBezTo>
                    <a:lnTo>
                      <a:pt x="82550" y="762000"/>
                    </a:lnTo>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orme libre : forme 54">
                <a:extLst>
                  <a:ext uri="{FF2B5EF4-FFF2-40B4-BE49-F238E27FC236}">
                    <a16:creationId xmlns:a16="http://schemas.microsoft.com/office/drawing/2014/main" id="{9FFCED51-E579-47A3-A9A8-7A95A10FEAE4}"/>
                  </a:ext>
                </a:extLst>
              </p:cNvPr>
              <p:cNvSpPr/>
              <p:nvPr/>
            </p:nvSpPr>
            <p:spPr>
              <a:xfrm>
                <a:off x="6197989" y="1364362"/>
                <a:ext cx="171612" cy="434340"/>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 name="connsiteX0" fmla="*/ 313690 w 332164"/>
                  <a:gd name="connsiteY0" fmla="*/ 0 h 723900"/>
                  <a:gd name="connsiteX1" fmla="*/ 215900 w 332164"/>
                  <a:gd name="connsiteY1" fmla="*/ 285750 h 723900"/>
                  <a:gd name="connsiteX2" fmla="*/ 0 w 332164"/>
                  <a:gd name="connsiteY2" fmla="*/ 552450 h 723900"/>
                  <a:gd name="connsiteX3" fmla="*/ 76200 w 332164"/>
                  <a:gd name="connsiteY3" fmla="*/ 723900 h 723900"/>
                  <a:gd name="connsiteX4" fmla="*/ 82550 w 332164"/>
                  <a:gd name="connsiteY4" fmla="*/ 723900 h 723900"/>
                  <a:gd name="connsiteX0" fmla="*/ 328930 w 346016"/>
                  <a:gd name="connsiteY0" fmla="*/ 0 h 662940"/>
                  <a:gd name="connsiteX1" fmla="*/ 215900 w 346016"/>
                  <a:gd name="connsiteY1" fmla="*/ 224790 h 662940"/>
                  <a:gd name="connsiteX2" fmla="*/ 0 w 346016"/>
                  <a:gd name="connsiteY2" fmla="*/ 491490 h 662940"/>
                  <a:gd name="connsiteX3" fmla="*/ 76200 w 346016"/>
                  <a:gd name="connsiteY3" fmla="*/ 662940 h 662940"/>
                  <a:gd name="connsiteX4" fmla="*/ 82550 w 346016"/>
                  <a:gd name="connsiteY4" fmla="*/ 662940 h 662940"/>
                  <a:gd name="connsiteX0" fmla="*/ 328930 w 328930"/>
                  <a:gd name="connsiteY0" fmla="*/ 0 h 662940"/>
                  <a:gd name="connsiteX1" fmla="*/ 0 w 328930"/>
                  <a:gd name="connsiteY1" fmla="*/ 491490 h 662940"/>
                  <a:gd name="connsiteX2" fmla="*/ 76200 w 328930"/>
                  <a:gd name="connsiteY2" fmla="*/ 662940 h 662940"/>
                  <a:gd name="connsiteX3" fmla="*/ 82550 w 328930"/>
                  <a:gd name="connsiteY3" fmla="*/ 662940 h 662940"/>
                  <a:gd name="connsiteX0" fmla="*/ 253842 w 253842"/>
                  <a:gd name="connsiteY0" fmla="*/ 0 h 662940"/>
                  <a:gd name="connsiteX1" fmla="*/ 105887 w 253842"/>
                  <a:gd name="connsiteY1" fmla="*/ 277177 h 662940"/>
                  <a:gd name="connsiteX2" fmla="*/ 1112 w 253842"/>
                  <a:gd name="connsiteY2" fmla="*/ 662940 h 662940"/>
                  <a:gd name="connsiteX3" fmla="*/ 7462 w 253842"/>
                  <a:gd name="connsiteY3" fmla="*/ 662940 h 662940"/>
                  <a:gd name="connsiteX0" fmla="*/ 253842 w 307499"/>
                  <a:gd name="connsiteY0" fmla="*/ 0 h 662940"/>
                  <a:gd name="connsiteX1" fmla="*/ 105887 w 307499"/>
                  <a:gd name="connsiteY1" fmla="*/ 277177 h 662940"/>
                  <a:gd name="connsiteX2" fmla="*/ 1112 w 307499"/>
                  <a:gd name="connsiteY2" fmla="*/ 662940 h 662940"/>
                  <a:gd name="connsiteX3" fmla="*/ 307499 w 307499"/>
                  <a:gd name="connsiteY3" fmla="*/ 417672 h 662940"/>
                  <a:gd name="connsiteX0" fmla="*/ 147955 w 201612"/>
                  <a:gd name="connsiteY0" fmla="*/ 0 h 417672"/>
                  <a:gd name="connsiteX1" fmla="*/ 0 w 201612"/>
                  <a:gd name="connsiteY1" fmla="*/ 277177 h 417672"/>
                  <a:gd name="connsiteX2" fmla="*/ 201612 w 201612"/>
                  <a:gd name="connsiteY2" fmla="*/ 417672 h 417672"/>
                  <a:gd name="connsiteX0" fmla="*/ 116999 w 170656"/>
                  <a:gd name="connsiteY0" fmla="*/ 0 h 417672"/>
                  <a:gd name="connsiteX1" fmla="*/ 0 w 170656"/>
                  <a:gd name="connsiteY1" fmla="*/ 208120 h 417672"/>
                  <a:gd name="connsiteX2" fmla="*/ 170656 w 170656"/>
                  <a:gd name="connsiteY2" fmla="*/ 417672 h 417672"/>
                  <a:gd name="connsiteX0" fmla="*/ 118569 w 172226"/>
                  <a:gd name="connsiteY0" fmla="*/ 0 h 417672"/>
                  <a:gd name="connsiteX1" fmla="*/ 1570 w 172226"/>
                  <a:gd name="connsiteY1" fmla="*/ 208120 h 417672"/>
                  <a:gd name="connsiteX2" fmla="*/ 172226 w 172226"/>
                  <a:gd name="connsiteY2" fmla="*/ 417672 h 417672"/>
                  <a:gd name="connsiteX0" fmla="*/ 127092 w 171224"/>
                  <a:gd name="connsiteY0" fmla="*/ 0 h 434340"/>
                  <a:gd name="connsiteX1" fmla="*/ 568 w 171224"/>
                  <a:gd name="connsiteY1" fmla="*/ 224788 h 434340"/>
                  <a:gd name="connsiteX2" fmla="*/ 171224 w 171224"/>
                  <a:gd name="connsiteY2" fmla="*/ 434340 h 434340"/>
                  <a:gd name="connsiteX0" fmla="*/ 127480 w 171612"/>
                  <a:gd name="connsiteY0" fmla="*/ 0 h 434340"/>
                  <a:gd name="connsiteX1" fmla="*/ 956 w 171612"/>
                  <a:gd name="connsiteY1" fmla="*/ 224788 h 434340"/>
                  <a:gd name="connsiteX2" fmla="*/ 171612 w 171612"/>
                  <a:gd name="connsiteY2" fmla="*/ 434340 h 434340"/>
                  <a:gd name="connsiteX0" fmla="*/ 127480 w 171612"/>
                  <a:gd name="connsiteY0" fmla="*/ 0 h 434340"/>
                  <a:gd name="connsiteX1" fmla="*/ 956 w 171612"/>
                  <a:gd name="connsiteY1" fmla="*/ 255744 h 434340"/>
                  <a:gd name="connsiteX2" fmla="*/ 171612 w 171612"/>
                  <a:gd name="connsiteY2" fmla="*/ 434340 h 434340"/>
                </a:gdLst>
                <a:ahLst/>
                <a:cxnLst>
                  <a:cxn ang="0">
                    <a:pos x="connsiteX0" y="connsiteY0"/>
                  </a:cxn>
                  <a:cxn ang="0">
                    <a:pos x="connsiteX1" y="connsiteY1"/>
                  </a:cxn>
                  <a:cxn ang="0">
                    <a:pos x="connsiteX2" y="connsiteY2"/>
                  </a:cxn>
                </a:cxnLst>
                <a:rect l="l" t="t" r="r" b="b"/>
                <a:pathLst>
                  <a:path w="171612" h="434340">
                    <a:moveTo>
                      <a:pt x="127480" y="0"/>
                    </a:moveTo>
                    <a:cubicBezTo>
                      <a:pt x="27997" y="90487"/>
                      <a:pt x="-6399" y="183354"/>
                      <a:pt x="956" y="255744"/>
                    </a:cubicBezTo>
                    <a:cubicBezTo>
                      <a:pt x="8311" y="328134"/>
                      <a:pt x="129609" y="405070"/>
                      <a:pt x="171612" y="434340"/>
                    </a:cubicBezTo>
                  </a:path>
                </a:pathLst>
              </a:custGeom>
              <a:noFill/>
              <a:ln>
                <a:solidFill>
                  <a:srgbClr val="FFC5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ZoneTexte 55">
              <a:extLst>
                <a:ext uri="{FF2B5EF4-FFF2-40B4-BE49-F238E27FC236}">
                  <a16:creationId xmlns:a16="http://schemas.microsoft.com/office/drawing/2014/main" id="{93460D86-922E-4DB1-9BCB-EA5766B6E921}"/>
                </a:ext>
              </a:extLst>
            </p:cNvPr>
            <p:cNvSpPr txBox="1"/>
            <p:nvPr/>
          </p:nvSpPr>
          <p:spPr>
            <a:xfrm>
              <a:off x="1953412" y="3102534"/>
              <a:ext cx="1422655" cy="646331"/>
            </a:xfrm>
            <a:prstGeom prst="rect">
              <a:avLst/>
            </a:prstGeom>
            <a:noFill/>
          </p:spPr>
          <p:txBody>
            <a:bodyPr wrap="square" rtlCol="0">
              <a:spAutoFit/>
            </a:bodyPr>
            <a:lstStyle/>
            <a:p>
              <a:pPr algn="ctr"/>
              <a:r>
                <a:rPr lang="en-US" b="1" dirty="0">
                  <a:solidFill>
                    <a:sysClr val="windowText" lastClr="000000"/>
                  </a:solidFill>
                </a:rPr>
                <a:t>Inventory B</a:t>
              </a:r>
              <a:br>
                <a:rPr lang="en-US" b="1" dirty="0">
                  <a:solidFill>
                    <a:sysClr val="windowText" lastClr="000000"/>
                  </a:solidFill>
                </a:rPr>
              </a:br>
              <a:r>
                <a:rPr lang="en-US" dirty="0">
                  <a:solidFill>
                    <a:sysClr val="windowText" lastClr="000000"/>
                  </a:solidFill>
                </a:rPr>
                <a:t>2000-2009</a:t>
              </a:r>
            </a:p>
          </p:txBody>
        </p:sp>
        <p:sp>
          <p:nvSpPr>
            <p:cNvPr id="54" name="ZoneTexte 56">
              <a:extLst>
                <a:ext uri="{FF2B5EF4-FFF2-40B4-BE49-F238E27FC236}">
                  <a16:creationId xmlns:a16="http://schemas.microsoft.com/office/drawing/2014/main" id="{036CDB31-679E-439A-8642-C335B9FC14B6}"/>
                </a:ext>
              </a:extLst>
            </p:cNvPr>
            <p:cNvSpPr txBox="1"/>
            <p:nvPr/>
          </p:nvSpPr>
          <p:spPr>
            <a:xfrm>
              <a:off x="1953412" y="1484217"/>
              <a:ext cx="1422655" cy="646331"/>
            </a:xfrm>
            <a:prstGeom prst="rect">
              <a:avLst/>
            </a:prstGeom>
            <a:noFill/>
          </p:spPr>
          <p:txBody>
            <a:bodyPr wrap="square" rtlCol="0">
              <a:spAutoFit/>
            </a:bodyPr>
            <a:lstStyle/>
            <a:p>
              <a:pPr algn="ctr"/>
              <a:r>
                <a:rPr lang="en-US" b="1" dirty="0">
                  <a:solidFill>
                    <a:sysClr val="windowText" lastClr="000000"/>
                  </a:solidFill>
                </a:rPr>
                <a:t>Inventory C</a:t>
              </a:r>
              <a:br>
                <a:rPr lang="en-US" b="1" dirty="0">
                  <a:solidFill>
                    <a:sysClr val="windowText" lastClr="000000"/>
                  </a:solidFill>
                </a:rPr>
              </a:br>
              <a:r>
                <a:rPr lang="en-US" dirty="0">
                  <a:solidFill>
                    <a:sysClr val="windowText" lastClr="000000"/>
                  </a:solidFill>
                </a:rPr>
                <a:t>2010-2019</a:t>
              </a:r>
            </a:p>
          </p:txBody>
        </p:sp>
      </p:grpSp>
      <p:grpSp>
        <p:nvGrpSpPr>
          <p:cNvPr id="3" name="Group 2">
            <a:extLst>
              <a:ext uri="{FF2B5EF4-FFF2-40B4-BE49-F238E27FC236}">
                <a16:creationId xmlns:a16="http://schemas.microsoft.com/office/drawing/2014/main" id="{5CF9EA8F-A168-4FF5-B82B-939F70A4E487}"/>
              </a:ext>
            </a:extLst>
          </p:cNvPr>
          <p:cNvGrpSpPr/>
          <p:nvPr/>
        </p:nvGrpSpPr>
        <p:grpSpPr>
          <a:xfrm>
            <a:off x="10359300" y="1418571"/>
            <a:ext cx="1923026" cy="5085453"/>
            <a:chOff x="10359300" y="1418571"/>
            <a:chExt cx="1923026" cy="5085453"/>
          </a:xfrm>
        </p:grpSpPr>
        <p:grpSp>
          <p:nvGrpSpPr>
            <p:cNvPr id="15" name="Group 14">
              <a:extLst>
                <a:ext uri="{FF2B5EF4-FFF2-40B4-BE49-F238E27FC236}">
                  <a16:creationId xmlns:a16="http://schemas.microsoft.com/office/drawing/2014/main" id="{4823D02A-2091-48BE-8CBB-542D595560BA}"/>
                </a:ext>
              </a:extLst>
            </p:cNvPr>
            <p:cNvGrpSpPr/>
            <p:nvPr/>
          </p:nvGrpSpPr>
          <p:grpSpPr>
            <a:xfrm>
              <a:off x="10359300" y="1722507"/>
              <a:ext cx="1789158" cy="4781517"/>
              <a:chOff x="10212651" y="2097668"/>
              <a:chExt cx="1789158" cy="4781517"/>
            </a:xfrm>
          </p:grpSpPr>
          <p:cxnSp>
            <p:nvCxnSpPr>
              <p:cNvPr id="16" name="Connecteur droit avec flèche 44">
                <a:extLst>
                  <a:ext uri="{FF2B5EF4-FFF2-40B4-BE49-F238E27FC236}">
                    <a16:creationId xmlns:a16="http://schemas.microsoft.com/office/drawing/2014/main" id="{23A2988A-361F-40F6-B699-4ACB69E92F04}"/>
                  </a:ext>
                </a:extLst>
              </p:cNvPr>
              <p:cNvCxnSpPr>
                <a:cxnSpLocks/>
              </p:cNvCxnSpPr>
              <p:nvPr/>
            </p:nvCxnSpPr>
            <p:spPr>
              <a:xfrm flipV="1">
                <a:off x="10929873" y="2097668"/>
                <a:ext cx="0" cy="4683188"/>
              </a:xfrm>
              <a:prstGeom prst="straightConnector1">
                <a:avLst/>
              </a:prstGeom>
              <a:ln w="28575">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313CBFED-BAB8-438E-8ABB-20ADA8E85B2B}"/>
                  </a:ext>
                </a:extLst>
              </p:cNvPr>
              <p:cNvSpPr txBox="1"/>
              <p:nvPr/>
            </p:nvSpPr>
            <p:spPr>
              <a:xfrm>
                <a:off x="10212651" y="2197200"/>
                <a:ext cx="837877" cy="371391"/>
              </a:xfrm>
              <a:prstGeom prst="rect">
                <a:avLst/>
              </a:prstGeom>
              <a:noFill/>
            </p:spPr>
            <p:txBody>
              <a:bodyPr wrap="square" rtlCol="0">
                <a:spAutoFit/>
              </a:bodyPr>
              <a:lstStyle/>
              <a:p>
                <a:pPr algn="ctr"/>
                <a:r>
                  <a:rPr lang="fr-CA" sz="1600" b="1" dirty="0"/>
                  <a:t>2019</a:t>
                </a:r>
                <a:endParaRPr lang="en-GB" sz="1600" b="1" dirty="0"/>
              </a:p>
            </p:txBody>
          </p:sp>
          <p:cxnSp>
            <p:nvCxnSpPr>
              <p:cNvPr id="18" name="Connecteur droit avec flèche 44">
                <a:extLst>
                  <a:ext uri="{FF2B5EF4-FFF2-40B4-BE49-F238E27FC236}">
                    <a16:creationId xmlns:a16="http://schemas.microsoft.com/office/drawing/2014/main" id="{25728AA8-DFE9-4188-A919-94513D952E09}"/>
                  </a:ext>
                </a:extLst>
              </p:cNvPr>
              <p:cNvCxnSpPr>
                <a:cxnSpLocks/>
              </p:cNvCxnSpPr>
              <p:nvPr/>
            </p:nvCxnSpPr>
            <p:spPr>
              <a:xfrm>
                <a:off x="10849809" y="2382895"/>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1C06065-CEFD-4808-9562-D2AFCC4BD577}"/>
                  </a:ext>
                </a:extLst>
              </p:cNvPr>
              <p:cNvSpPr txBox="1"/>
              <p:nvPr/>
            </p:nvSpPr>
            <p:spPr>
              <a:xfrm>
                <a:off x="10212651" y="3220754"/>
                <a:ext cx="837877" cy="371391"/>
              </a:xfrm>
              <a:prstGeom prst="rect">
                <a:avLst/>
              </a:prstGeom>
              <a:noFill/>
            </p:spPr>
            <p:txBody>
              <a:bodyPr wrap="square" rtlCol="0">
                <a:spAutoFit/>
              </a:bodyPr>
              <a:lstStyle/>
              <a:p>
                <a:pPr algn="ctr"/>
                <a:r>
                  <a:rPr lang="fr-CA" sz="1600" b="1" dirty="0"/>
                  <a:t>2012</a:t>
                </a:r>
                <a:endParaRPr lang="en-GB" sz="1600" b="1" dirty="0"/>
              </a:p>
            </p:txBody>
          </p:sp>
          <p:cxnSp>
            <p:nvCxnSpPr>
              <p:cNvPr id="20" name="Connecteur droit avec flèche 44">
                <a:extLst>
                  <a:ext uri="{FF2B5EF4-FFF2-40B4-BE49-F238E27FC236}">
                    <a16:creationId xmlns:a16="http://schemas.microsoft.com/office/drawing/2014/main" id="{98B6D955-70B1-43A7-AF73-FE6E64A6114E}"/>
                  </a:ext>
                </a:extLst>
              </p:cNvPr>
              <p:cNvCxnSpPr>
                <a:cxnSpLocks/>
              </p:cNvCxnSpPr>
              <p:nvPr/>
            </p:nvCxnSpPr>
            <p:spPr>
              <a:xfrm>
                <a:off x="10849809" y="3406450"/>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F9DE6B8B-E291-4165-8FF0-2515E2541C11}"/>
                  </a:ext>
                </a:extLst>
              </p:cNvPr>
              <p:cNvSpPr txBox="1"/>
              <p:nvPr/>
            </p:nvSpPr>
            <p:spPr>
              <a:xfrm>
                <a:off x="10212651" y="3567186"/>
                <a:ext cx="837877" cy="371391"/>
              </a:xfrm>
              <a:prstGeom prst="rect">
                <a:avLst/>
              </a:prstGeom>
              <a:noFill/>
            </p:spPr>
            <p:txBody>
              <a:bodyPr wrap="square" rtlCol="0">
                <a:spAutoFit/>
              </a:bodyPr>
              <a:lstStyle/>
              <a:p>
                <a:pPr algn="ctr"/>
                <a:r>
                  <a:rPr lang="fr-CA" sz="1600" b="1" dirty="0"/>
                  <a:t>2010</a:t>
                </a:r>
                <a:endParaRPr lang="en-GB" sz="1600" b="1" dirty="0"/>
              </a:p>
            </p:txBody>
          </p:sp>
          <p:cxnSp>
            <p:nvCxnSpPr>
              <p:cNvPr id="22" name="Connecteur droit avec flèche 44">
                <a:extLst>
                  <a:ext uri="{FF2B5EF4-FFF2-40B4-BE49-F238E27FC236}">
                    <a16:creationId xmlns:a16="http://schemas.microsoft.com/office/drawing/2014/main" id="{ACEFB5FF-6129-40C9-A6C4-EE128A5AC139}"/>
                  </a:ext>
                </a:extLst>
              </p:cNvPr>
              <p:cNvCxnSpPr>
                <a:cxnSpLocks/>
              </p:cNvCxnSpPr>
              <p:nvPr/>
            </p:nvCxnSpPr>
            <p:spPr>
              <a:xfrm>
                <a:off x="10849809" y="3747656"/>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8665562C-D8CC-42EC-9399-1B5FF3CA0EF8}"/>
                  </a:ext>
                </a:extLst>
              </p:cNvPr>
              <p:cNvSpPr txBox="1"/>
              <p:nvPr/>
            </p:nvSpPr>
            <p:spPr>
              <a:xfrm>
                <a:off x="10212651" y="4309217"/>
                <a:ext cx="837877" cy="371391"/>
              </a:xfrm>
              <a:prstGeom prst="rect">
                <a:avLst/>
              </a:prstGeom>
              <a:noFill/>
            </p:spPr>
            <p:txBody>
              <a:bodyPr wrap="square" rtlCol="0">
                <a:spAutoFit/>
              </a:bodyPr>
              <a:lstStyle/>
              <a:p>
                <a:pPr algn="ctr"/>
                <a:r>
                  <a:rPr lang="fr-CA" sz="1600" b="1" dirty="0"/>
                  <a:t>2005</a:t>
                </a:r>
                <a:endParaRPr lang="en-GB" sz="1600" b="1" dirty="0"/>
              </a:p>
            </p:txBody>
          </p:sp>
          <p:cxnSp>
            <p:nvCxnSpPr>
              <p:cNvPr id="24" name="Connecteur droit avec flèche 44">
                <a:extLst>
                  <a:ext uri="{FF2B5EF4-FFF2-40B4-BE49-F238E27FC236}">
                    <a16:creationId xmlns:a16="http://schemas.microsoft.com/office/drawing/2014/main" id="{D221CFB9-BB27-4A46-8801-1F0367988669}"/>
                  </a:ext>
                </a:extLst>
              </p:cNvPr>
              <p:cNvCxnSpPr>
                <a:cxnSpLocks/>
              </p:cNvCxnSpPr>
              <p:nvPr/>
            </p:nvCxnSpPr>
            <p:spPr>
              <a:xfrm>
                <a:off x="10849809" y="4500137"/>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1F6AD01B-6339-4AEF-80F4-3A851CF37FA8}"/>
                  </a:ext>
                </a:extLst>
              </p:cNvPr>
              <p:cNvSpPr txBox="1"/>
              <p:nvPr/>
            </p:nvSpPr>
            <p:spPr>
              <a:xfrm>
                <a:off x="10212651" y="5036331"/>
                <a:ext cx="837877" cy="371391"/>
              </a:xfrm>
              <a:prstGeom prst="rect">
                <a:avLst/>
              </a:prstGeom>
              <a:noFill/>
            </p:spPr>
            <p:txBody>
              <a:bodyPr wrap="square" rtlCol="0">
                <a:spAutoFit/>
              </a:bodyPr>
              <a:lstStyle/>
              <a:p>
                <a:pPr algn="ctr"/>
                <a:r>
                  <a:rPr lang="fr-CA" sz="1600" b="1" dirty="0"/>
                  <a:t>2000</a:t>
                </a:r>
                <a:endParaRPr lang="en-GB" sz="1600" b="1" dirty="0"/>
              </a:p>
            </p:txBody>
          </p:sp>
          <p:cxnSp>
            <p:nvCxnSpPr>
              <p:cNvPr id="26" name="Connecteur droit avec flèche 44">
                <a:extLst>
                  <a:ext uri="{FF2B5EF4-FFF2-40B4-BE49-F238E27FC236}">
                    <a16:creationId xmlns:a16="http://schemas.microsoft.com/office/drawing/2014/main" id="{D5405207-D3B6-4EED-895E-AD3BA9D85B66}"/>
                  </a:ext>
                </a:extLst>
              </p:cNvPr>
              <p:cNvCxnSpPr>
                <a:cxnSpLocks/>
              </p:cNvCxnSpPr>
              <p:nvPr/>
            </p:nvCxnSpPr>
            <p:spPr>
              <a:xfrm>
                <a:off x="10849809" y="5222026"/>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E0C5BD9B-1421-44CF-A849-3AA5E2740D90}"/>
                  </a:ext>
                </a:extLst>
              </p:cNvPr>
              <p:cNvSpPr txBox="1"/>
              <p:nvPr/>
            </p:nvSpPr>
            <p:spPr>
              <a:xfrm>
                <a:off x="10212651" y="6507794"/>
                <a:ext cx="837877" cy="371391"/>
              </a:xfrm>
              <a:prstGeom prst="rect">
                <a:avLst/>
              </a:prstGeom>
              <a:noFill/>
            </p:spPr>
            <p:txBody>
              <a:bodyPr wrap="square" rtlCol="0">
                <a:spAutoFit/>
              </a:bodyPr>
              <a:lstStyle/>
              <a:p>
                <a:pPr algn="ctr"/>
                <a:r>
                  <a:rPr lang="fr-CA" sz="1600" b="1" dirty="0"/>
                  <a:t>1990</a:t>
                </a:r>
                <a:endParaRPr lang="en-GB" sz="1600" b="1" dirty="0"/>
              </a:p>
            </p:txBody>
          </p:sp>
          <p:cxnSp>
            <p:nvCxnSpPr>
              <p:cNvPr id="28" name="Connecteur droit avec flèche 44">
                <a:extLst>
                  <a:ext uri="{FF2B5EF4-FFF2-40B4-BE49-F238E27FC236}">
                    <a16:creationId xmlns:a16="http://schemas.microsoft.com/office/drawing/2014/main" id="{E10341F6-42A9-4AF3-8C4D-A06CD123290B}"/>
                  </a:ext>
                </a:extLst>
              </p:cNvPr>
              <p:cNvCxnSpPr>
                <a:cxnSpLocks/>
              </p:cNvCxnSpPr>
              <p:nvPr/>
            </p:nvCxnSpPr>
            <p:spPr>
              <a:xfrm>
                <a:off x="10849809" y="6693489"/>
                <a:ext cx="115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9" name="Group 28">
                <a:extLst>
                  <a:ext uri="{FF2B5EF4-FFF2-40B4-BE49-F238E27FC236}">
                    <a16:creationId xmlns:a16="http://schemas.microsoft.com/office/drawing/2014/main" id="{07ABAB26-873A-4538-B37D-8C2C2C090B0E}"/>
                  </a:ext>
                </a:extLst>
              </p:cNvPr>
              <p:cNvGrpSpPr/>
              <p:nvPr/>
            </p:nvGrpSpPr>
            <p:grpSpPr>
              <a:xfrm>
                <a:off x="11026173" y="2247446"/>
                <a:ext cx="287326" cy="4446043"/>
                <a:chOff x="8070862" y="1222492"/>
                <a:chExt cx="404300" cy="4052938"/>
              </a:xfrm>
            </p:grpSpPr>
            <p:sp>
              <p:nvSpPr>
                <p:cNvPr id="48" name="Rectangle 47">
                  <a:extLst>
                    <a:ext uri="{FF2B5EF4-FFF2-40B4-BE49-F238E27FC236}">
                      <a16:creationId xmlns:a16="http://schemas.microsoft.com/office/drawing/2014/main" id="{85EA2E73-DD4C-40A5-A2E1-23D61ABE4659}"/>
                    </a:ext>
                  </a:extLst>
                </p:cNvPr>
                <p:cNvSpPr/>
                <p:nvPr/>
              </p:nvSpPr>
              <p:spPr>
                <a:xfrm>
                  <a:off x="8070862" y="3938588"/>
                  <a:ext cx="404300" cy="1336842"/>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a:extLst>
                    <a:ext uri="{FF2B5EF4-FFF2-40B4-BE49-F238E27FC236}">
                      <a16:creationId xmlns:a16="http://schemas.microsoft.com/office/drawing/2014/main" id="{81A7BFDB-2CF4-4884-B87B-6B57784A6154}"/>
                    </a:ext>
                  </a:extLst>
                </p:cNvPr>
                <p:cNvSpPr/>
                <p:nvPr/>
              </p:nvSpPr>
              <p:spPr>
                <a:xfrm>
                  <a:off x="8070862" y="2286367"/>
                  <a:ext cx="404300" cy="16379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49">
                  <a:extLst>
                    <a:ext uri="{FF2B5EF4-FFF2-40B4-BE49-F238E27FC236}">
                      <a16:creationId xmlns:a16="http://schemas.microsoft.com/office/drawing/2014/main" id="{FB2BFEF5-8047-4B18-983B-92333DC42130}"/>
                    </a:ext>
                  </a:extLst>
                </p:cNvPr>
                <p:cNvSpPr/>
                <p:nvPr/>
              </p:nvSpPr>
              <p:spPr>
                <a:xfrm>
                  <a:off x="8070862" y="1222492"/>
                  <a:ext cx="404300" cy="1048468"/>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0" name="Group 29">
                <a:extLst>
                  <a:ext uri="{FF2B5EF4-FFF2-40B4-BE49-F238E27FC236}">
                    <a16:creationId xmlns:a16="http://schemas.microsoft.com/office/drawing/2014/main" id="{AAC2B833-753B-4DDD-8874-C9BD9A3EFCE1}"/>
                  </a:ext>
                </a:extLst>
              </p:cNvPr>
              <p:cNvGrpSpPr/>
              <p:nvPr/>
            </p:nvGrpSpPr>
            <p:grpSpPr>
              <a:xfrm>
                <a:off x="11304692" y="2247446"/>
                <a:ext cx="287326" cy="4446043"/>
                <a:chOff x="8374011" y="1222492"/>
                <a:chExt cx="287326" cy="4052938"/>
              </a:xfrm>
            </p:grpSpPr>
            <p:sp>
              <p:nvSpPr>
                <p:cNvPr id="43" name="Rectangle 42">
                  <a:extLst>
                    <a:ext uri="{FF2B5EF4-FFF2-40B4-BE49-F238E27FC236}">
                      <a16:creationId xmlns:a16="http://schemas.microsoft.com/office/drawing/2014/main" id="{32E03820-B316-4E1D-A075-5E4DF66CD144}"/>
                    </a:ext>
                  </a:extLst>
                </p:cNvPr>
                <p:cNvSpPr/>
                <p:nvPr/>
              </p:nvSpPr>
              <p:spPr>
                <a:xfrm>
                  <a:off x="8374011" y="3281220"/>
                  <a:ext cx="287326" cy="1994210"/>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CBCA50EE-84EA-4BA1-A96E-B8D5623683BE}"/>
                    </a:ext>
                  </a:extLst>
                </p:cNvPr>
                <p:cNvSpPr/>
                <p:nvPr/>
              </p:nvSpPr>
              <p:spPr>
                <a:xfrm>
                  <a:off x="8374011" y="2286368"/>
                  <a:ext cx="146459" cy="979445"/>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Rectangle 44">
                  <a:extLst>
                    <a:ext uri="{FF2B5EF4-FFF2-40B4-BE49-F238E27FC236}">
                      <a16:creationId xmlns:a16="http://schemas.microsoft.com/office/drawing/2014/main" id="{C5322B7C-2FFE-4A92-916F-B5982B9D6C98}"/>
                    </a:ext>
                  </a:extLst>
                </p:cNvPr>
                <p:cNvSpPr/>
                <p:nvPr/>
              </p:nvSpPr>
              <p:spPr>
                <a:xfrm>
                  <a:off x="8374011" y="1222492"/>
                  <a:ext cx="146459"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FF91E7EC-78C6-4C63-903D-2D2838CBA1A0}"/>
                    </a:ext>
                  </a:extLst>
                </p:cNvPr>
                <p:cNvSpPr/>
                <p:nvPr/>
              </p:nvSpPr>
              <p:spPr>
                <a:xfrm>
                  <a:off x="8520470" y="2286368"/>
                  <a:ext cx="136525" cy="979445"/>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33817404-B4EF-47D8-8FD7-C65C11EB1AD2}"/>
                    </a:ext>
                  </a:extLst>
                </p:cNvPr>
                <p:cNvSpPr/>
                <p:nvPr/>
              </p:nvSpPr>
              <p:spPr>
                <a:xfrm>
                  <a:off x="8520470" y="1222492"/>
                  <a:ext cx="136525"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1" name="Group 30">
                <a:extLst>
                  <a:ext uri="{FF2B5EF4-FFF2-40B4-BE49-F238E27FC236}">
                    <a16:creationId xmlns:a16="http://schemas.microsoft.com/office/drawing/2014/main" id="{FB17FFA3-2290-4D1C-9DE8-4CF5DA345AAF}"/>
                  </a:ext>
                </a:extLst>
              </p:cNvPr>
              <p:cNvGrpSpPr/>
              <p:nvPr/>
            </p:nvGrpSpPr>
            <p:grpSpPr>
              <a:xfrm>
                <a:off x="11583211" y="2244342"/>
                <a:ext cx="287326" cy="4446042"/>
                <a:chOff x="8374011" y="1222493"/>
                <a:chExt cx="287326" cy="4052937"/>
              </a:xfrm>
              <a:solidFill>
                <a:schemeClr val="accent4">
                  <a:lumMod val="20000"/>
                  <a:lumOff val="80000"/>
                </a:schemeClr>
              </a:solidFill>
            </p:grpSpPr>
            <p:sp>
              <p:nvSpPr>
                <p:cNvPr id="39" name="Rectangle 38">
                  <a:extLst>
                    <a:ext uri="{FF2B5EF4-FFF2-40B4-BE49-F238E27FC236}">
                      <a16:creationId xmlns:a16="http://schemas.microsoft.com/office/drawing/2014/main" id="{6DC5DDED-A1E3-48FC-A7D1-B8F86D7296BB}"/>
                    </a:ext>
                  </a:extLst>
                </p:cNvPr>
                <p:cNvSpPr/>
                <p:nvPr/>
              </p:nvSpPr>
              <p:spPr>
                <a:xfrm>
                  <a:off x="8374011" y="3946670"/>
                  <a:ext cx="287326" cy="132876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23C4503C-0982-4F64-954E-79A8BC31414C}"/>
                    </a:ext>
                  </a:extLst>
                </p:cNvPr>
                <p:cNvSpPr/>
                <p:nvPr/>
              </p:nvSpPr>
              <p:spPr>
                <a:xfrm>
                  <a:off x="8374011" y="2597651"/>
                  <a:ext cx="282984" cy="1329478"/>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762C3EE7-8263-417F-8B11-F452D07D236D}"/>
                    </a:ext>
                  </a:extLst>
                </p:cNvPr>
                <p:cNvSpPr/>
                <p:nvPr/>
              </p:nvSpPr>
              <p:spPr>
                <a:xfrm>
                  <a:off x="8374011" y="1222493"/>
                  <a:ext cx="200140" cy="1359752"/>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41">
                  <a:extLst>
                    <a:ext uri="{FF2B5EF4-FFF2-40B4-BE49-F238E27FC236}">
                      <a16:creationId xmlns:a16="http://schemas.microsoft.com/office/drawing/2014/main" id="{55E169EB-21E8-4CD1-95EF-2078AF094736}"/>
                    </a:ext>
                  </a:extLst>
                </p:cNvPr>
                <p:cNvSpPr/>
                <p:nvPr/>
              </p:nvSpPr>
              <p:spPr>
                <a:xfrm>
                  <a:off x="8574151" y="1222493"/>
                  <a:ext cx="82844" cy="1359752"/>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32" name="Straight Connector 31">
                <a:extLst>
                  <a:ext uri="{FF2B5EF4-FFF2-40B4-BE49-F238E27FC236}">
                    <a16:creationId xmlns:a16="http://schemas.microsoft.com/office/drawing/2014/main" id="{39D9A5E9-651A-449A-9042-E79B184E8EBF}"/>
                  </a:ext>
                </a:extLst>
              </p:cNvPr>
              <p:cNvCxnSpPr>
                <a:cxnSpLocks/>
              </p:cNvCxnSpPr>
              <p:nvPr/>
            </p:nvCxnSpPr>
            <p:spPr>
              <a:xfrm>
                <a:off x="11021769" y="3406450"/>
                <a:ext cx="5658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0E5E471-34D0-4C14-A743-DDA3D334DA96}"/>
                  </a:ext>
                </a:extLst>
              </p:cNvPr>
              <p:cNvCxnSpPr>
                <a:cxnSpLocks/>
              </p:cNvCxnSpPr>
              <p:nvPr/>
            </p:nvCxnSpPr>
            <p:spPr>
              <a:xfrm>
                <a:off x="11588985" y="3749944"/>
                <a:ext cx="280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646106-0B2E-4316-88DF-1A409B7E4096}"/>
                  </a:ext>
                </a:extLst>
              </p:cNvPr>
              <p:cNvCxnSpPr>
                <a:cxnSpLocks/>
              </p:cNvCxnSpPr>
              <p:nvPr/>
            </p:nvCxnSpPr>
            <p:spPr>
              <a:xfrm>
                <a:off x="11297397" y="4490517"/>
                <a:ext cx="28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64CF65E-4588-428E-963E-B8ABBE521A8C}"/>
                  </a:ext>
                </a:extLst>
              </p:cNvPr>
              <p:cNvCxnSpPr>
                <a:cxnSpLocks/>
              </p:cNvCxnSpPr>
              <p:nvPr/>
            </p:nvCxnSpPr>
            <p:spPr>
              <a:xfrm>
                <a:off x="11031931" y="5217696"/>
                <a:ext cx="27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3507DFD-CBB2-426D-AD78-07F0AFC69D0F}"/>
                  </a:ext>
                </a:extLst>
              </p:cNvPr>
              <p:cNvCxnSpPr>
                <a:cxnSpLocks/>
              </p:cNvCxnSpPr>
              <p:nvPr/>
            </p:nvCxnSpPr>
            <p:spPr>
              <a:xfrm>
                <a:off x="11588985" y="5228224"/>
                <a:ext cx="280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2FD69FD-6C19-4EC8-B093-72825FD30DAF}"/>
                  </a:ext>
                </a:extLst>
              </p:cNvPr>
              <p:cNvCxnSpPr>
                <a:cxnSpLocks/>
              </p:cNvCxnSpPr>
              <p:nvPr/>
            </p:nvCxnSpPr>
            <p:spPr>
              <a:xfrm>
                <a:off x="11021769" y="6693234"/>
                <a:ext cx="8606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C2C764D-0450-4FE5-84DE-8570F88C7943}"/>
                  </a:ext>
                </a:extLst>
              </p:cNvPr>
              <p:cNvCxnSpPr>
                <a:cxnSpLocks/>
              </p:cNvCxnSpPr>
              <p:nvPr/>
            </p:nvCxnSpPr>
            <p:spPr>
              <a:xfrm>
                <a:off x="11005526" y="2244342"/>
                <a:ext cx="8606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ZoneTexte 56">
              <a:extLst>
                <a:ext uri="{FF2B5EF4-FFF2-40B4-BE49-F238E27FC236}">
                  <a16:creationId xmlns:a16="http://schemas.microsoft.com/office/drawing/2014/main" id="{B1547C38-D922-4F94-B666-17306EC049D7}"/>
                </a:ext>
              </a:extLst>
            </p:cNvPr>
            <p:cNvSpPr txBox="1"/>
            <p:nvPr/>
          </p:nvSpPr>
          <p:spPr>
            <a:xfrm>
              <a:off x="10479310" y="1418571"/>
              <a:ext cx="1803016" cy="338554"/>
            </a:xfrm>
            <a:prstGeom prst="rect">
              <a:avLst/>
            </a:prstGeom>
            <a:noFill/>
          </p:spPr>
          <p:txBody>
            <a:bodyPr wrap="square" rtlCol="0">
              <a:spAutoFit/>
            </a:bodyPr>
            <a:lstStyle/>
            <a:p>
              <a:pPr algn="ctr"/>
              <a:r>
                <a:rPr lang="en-US" sz="1600" b="1" dirty="0">
                  <a:solidFill>
                    <a:sysClr val="windowText" lastClr="000000"/>
                  </a:solidFill>
                </a:rPr>
                <a:t>Periods of validity</a:t>
              </a:r>
              <a:endParaRPr lang="en-US" sz="1600" dirty="0">
                <a:solidFill>
                  <a:sysClr val="windowText" lastClr="000000"/>
                </a:solidFill>
              </a:endParaRPr>
            </a:p>
          </p:txBody>
        </p:sp>
      </p:grpSp>
    </p:spTree>
    <p:extLst>
      <p:ext uri="{BB962C8B-B14F-4D97-AF65-F5344CB8AC3E}">
        <p14:creationId xmlns:p14="http://schemas.microsoft.com/office/powerpoint/2010/main" val="2882138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wipe(left)">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wipe(left)">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wipe(left)">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wipe(left)">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flipH="1">
            <a:off x="1640114" y="520791"/>
            <a:ext cx="8911771" cy="707886"/>
          </a:xfrm>
          <a:prstGeom prst="rect">
            <a:avLst/>
          </a:prstGeom>
          <a:noFill/>
        </p:spPr>
        <p:txBody>
          <a:bodyPr wrap="square" rtlCol="0">
            <a:spAutoFit/>
          </a:bodyPr>
          <a:lstStyle/>
          <a:p>
            <a:pPr algn="ct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Limitations of the </a:t>
            </a:r>
            <a:r>
              <a:rPr lang="en-CA" sz="4000" dirty="0" err="1">
                <a:latin typeface="Microsoft Sans Serif" panose="020B0604020202020204" pitchFamily="34" charset="0"/>
                <a:ea typeface="Microsoft Sans Serif" panose="020B0604020202020204" pitchFamily="34" charset="0"/>
                <a:cs typeface="Microsoft Sans Serif" panose="020B0604020202020204" pitchFamily="34" charset="0"/>
              </a:rPr>
              <a:t>GeoHistory</a:t>
            </a: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 Table</a:t>
            </a:r>
          </a:p>
        </p:txBody>
      </p:sp>
      <p:sp>
        <p:nvSpPr>
          <p:cNvPr id="11" name="Espace réservé du contenu 2">
            <a:extLst>
              <a:ext uri="{FF2B5EF4-FFF2-40B4-BE49-F238E27FC236}">
                <a16:creationId xmlns:a16="http://schemas.microsoft.com/office/drawing/2014/main" id="{AD259297-11B2-42C0-8897-CACD605318E4}"/>
              </a:ext>
            </a:extLst>
          </p:cNvPr>
          <p:cNvSpPr>
            <a:spLocks noGrp="1"/>
          </p:cNvSpPr>
          <p:nvPr>
            <p:ph idx="1"/>
          </p:nvPr>
        </p:nvSpPr>
        <p:spPr>
          <a:xfrm>
            <a:off x="335999" y="1676999"/>
            <a:ext cx="11686667" cy="4660210"/>
          </a:xfrm>
          <a:solidFill>
            <a:schemeClr val="bg1"/>
          </a:solidFill>
        </p:spPr>
        <p:txBody>
          <a:bodyPr>
            <a:normAutofit lnSpcReduction="10000"/>
          </a:bodyPr>
          <a:lstStyle/>
          <a:p>
            <a:pPr>
              <a:lnSpc>
                <a:spcPct val="100000"/>
              </a:lnSpc>
            </a:pPr>
            <a:r>
              <a:rPr lang="en-US" dirty="0"/>
              <a:t>This stack of inventories, even without overlaps, produce a « best state of the inventory » at a specific point in space and time but does not necessarily represent the « best state of the forest » at the same location.</a:t>
            </a:r>
          </a:p>
          <a:p>
            <a:pPr>
              <a:lnSpc>
                <a:spcPct val="100000"/>
              </a:lnSpc>
            </a:pPr>
            <a:r>
              <a:rPr lang="en-US" dirty="0"/>
              <a:t>Example: the case of stand replacing disturbances</a:t>
            </a:r>
          </a:p>
          <a:p>
            <a:pPr marL="439738" lvl="1" indent="-168275">
              <a:lnSpc>
                <a:spcPct val="100000"/>
              </a:lnSpc>
            </a:pPr>
            <a:r>
              <a:rPr lang="en-US" dirty="0"/>
              <a:t>Discordances between DIST_YEAR and ORIGIN - Stand-replacing events occurring during stands periods of validity (and the corresponding ORIGINs) are generally recorded in the next inventory and do not necessarily reset ORIGINs.</a:t>
            </a:r>
          </a:p>
          <a:p>
            <a:pPr marL="439738" lvl="1" indent="-168275">
              <a:lnSpc>
                <a:spcPct val="100000"/>
              </a:lnSpc>
            </a:pPr>
            <a:r>
              <a:rPr lang="en-US" dirty="0"/>
              <a:t>Discordances in DIST_YEARs - Newer inventories assign different years to disturbances already recorded in older inventories.</a:t>
            </a:r>
          </a:p>
          <a:p>
            <a:pPr>
              <a:lnSpc>
                <a:spcPct val="100000"/>
              </a:lnSpc>
            </a:pPr>
            <a:r>
              <a:rPr lang="en-US" dirty="0"/>
              <a:t>As a result ORIGIN often does not represent the most accurate value it could have in past inventories.</a:t>
            </a:r>
          </a:p>
        </p:txBody>
      </p:sp>
    </p:spTree>
    <p:extLst>
      <p:ext uri="{BB962C8B-B14F-4D97-AF65-F5344CB8AC3E}">
        <p14:creationId xmlns:p14="http://schemas.microsoft.com/office/powerpoint/2010/main" val="226215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wipe(left)">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contenu 2">
            <a:extLst>
              <a:ext uri="{FF2B5EF4-FFF2-40B4-BE49-F238E27FC236}">
                <a16:creationId xmlns:a16="http://schemas.microsoft.com/office/drawing/2014/main" id="{CB8360F1-95F2-494C-BBAB-817E2170FCBB}"/>
              </a:ext>
            </a:extLst>
          </p:cNvPr>
          <p:cNvSpPr>
            <a:spLocks noGrp="1"/>
          </p:cNvSpPr>
          <p:nvPr>
            <p:ph idx="1"/>
          </p:nvPr>
        </p:nvSpPr>
        <p:spPr>
          <a:xfrm>
            <a:off x="1" y="2334567"/>
            <a:ext cx="12192000" cy="4593773"/>
          </a:xfrm>
          <a:solidFill>
            <a:schemeClr val="bg1"/>
          </a:solidFill>
        </p:spPr>
        <p:txBody>
          <a:bodyPr>
            <a:noAutofit/>
          </a:bodyPr>
          <a:lstStyle/>
          <a:p>
            <a:pPr marL="182563" indent="-182563">
              <a:lnSpc>
                <a:spcPct val="100000"/>
              </a:lnSpc>
            </a:pPr>
            <a:r>
              <a:rPr lang="en-US" sz="2100" dirty="0"/>
              <a:t>Provide a photo-interpreted “best state of the forest” at any moment in space and time rather than a “best state of the inventory”.</a:t>
            </a:r>
          </a:p>
          <a:p>
            <a:pPr marL="182563" indent="-182563">
              <a:lnSpc>
                <a:spcPct val="100000"/>
              </a:lnSpc>
            </a:pPr>
            <a:r>
              <a:rPr lang="en-US" sz="2100" dirty="0"/>
              <a:t>Set or reset ORIGINs using more DIST_YEARs in all the historic stack of inventories.</a:t>
            </a:r>
          </a:p>
          <a:p>
            <a:pPr marL="182563" indent="-182563">
              <a:lnSpc>
                <a:spcPct val="100000"/>
              </a:lnSpc>
            </a:pPr>
            <a:r>
              <a:rPr lang="en-US" sz="2100" dirty="0"/>
              <a:t>Periods of validity projected “in the past” instead of “in the future” as it is in the </a:t>
            </a:r>
            <a:r>
              <a:rPr lang="en-US" sz="2100" dirty="0" err="1"/>
              <a:t>GeoHistory</a:t>
            </a:r>
            <a:r>
              <a:rPr lang="en-US" sz="2100" dirty="0"/>
              <a:t> table.</a:t>
            </a:r>
          </a:p>
          <a:p>
            <a:pPr marL="182563" indent="-182563">
              <a:lnSpc>
                <a:spcPct val="100000"/>
              </a:lnSpc>
            </a:pPr>
            <a:r>
              <a:rPr lang="en-US" sz="2100" dirty="0"/>
              <a:t>ORIGINs and PHOTO_YEARs become markers of periods of validity (VALID_YEAR_START)</a:t>
            </a:r>
          </a:p>
          <a:p>
            <a:pPr marL="182563" indent="-182563">
              <a:lnSpc>
                <a:spcPct val="100000"/>
              </a:lnSpc>
            </a:pPr>
            <a:r>
              <a:rPr lang="en-US" sz="2100" dirty="0"/>
              <a:t>DIST_YEARs are consolidated into a coherent sequence (similar years are aggregated) and then used to set or reset ORIGINs (and hence periods of validity) when appropriate. DIST_TYPEs become CAUSE_OF_ORIGINs.</a:t>
            </a:r>
          </a:p>
          <a:p>
            <a:pPr marL="182563" indent="-182563">
              <a:lnSpc>
                <a:spcPct val="100000"/>
              </a:lnSpc>
            </a:pPr>
            <a:r>
              <a:rPr lang="en-US" sz="2100" dirty="0"/>
              <a:t>Forest is disturbed in past inventories when and where it should have actually been disturbed.</a:t>
            </a:r>
          </a:p>
          <a:p>
            <a:pPr marL="182563" indent="-182563">
              <a:lnSpc>
                <a:spcPct val="100000"/>
              </a:lnSpc>
            </a:pPr>
            <a:r>
              <a:rPr lang="en-US" sz="2100" dirty="0"/>
              <a:t>More disturbances from other sources might also be integrated (e.g. derived from Landsat).</a:t>
            </a:r>
          </a:p>
          <a:p>
            <a:pPr marL="182563" indent="-182563">
              <a:lnSpc>
                <a:spcPct val="100000"/>
              </a:lnSpc>
            </a:pPr>
            <a:r>
              <a:rPr lang="en-US" sz="2100" dirty="0"/>
              <a:t>Typical case of a state/change database where the states are not up to date with the changes.</a:t>
            </a:r>
          </a:p>
        </p:txBody>
      </p:sp>
      <p:grpSp>
        <p:nvGrpSpPr>
          <p:cNvPr id="2" name="Group 1">
            <a:extLst>
              <a:ext uri="{FF2B5EF4-FFF2-40B4-BE49-F238E27FC236}">
                <a16:creationId xmlns:a16="http://schemas.microsoft.com/office/drawing/2014/main" id="{30461D1F-1337-4F03-99FD-9AA56042EF52}"/>
              </a:ext>
            </a:extLst>
          </p:cNvPr>
          <p:cNvGrpSpPr/>
          <p:nvPr/>
        </p:nvGrpSpPr>
        <p:grpSpPr>
          <a:xfrm>
            <a:off x="0" y="1258877"/>
            <a:ext cx="12192000" cy="960199"/>
            <a:chOff x="0" y="1258877"/>
            <a:chExt cx="12192000" cy="960199"/>
          </a:xfrm>
        </p:grpSpPr>
        <p:sp>
          <p:nvSpPr>
            <p:cNvPr id="8" name="Espace réservé du contenu 2">
              <a:extLst>
                <a:ext uri="{FF2B5EF4-FFF2-40B4-BE49-F238E27FC236}">
                  <a16:creationId xmlns:a16="http://schemas.microsoft.com/office/drawing/2014/main" id="{CFB2D22C-5F17-4792-880D-0E82903BCA98}"/>
                </a:ext>
              </a:extLst>
            </p:cNvPr>
            <p:cNvSpPr txBox="1">
              <a:spLocks/>
            </p:cNvSpPr>
            <p:nvPr/>
          </p:nvSpPr>
          <p:spPr>
            <a:xfrm>
              <a:off x="1110345" y="1258877"/>
              <a:ext cx="11081655" cy="960199"/>
            </a:xfrm>
            <a:prstGeom prst="rect">
              <a:avLst/>
            </a:prstGeom>
            <a:solidFill>
              <a:schemeClr val="bg2"/>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sz="2400" b="1" dirty="0"/>
                <a:t>Provide added value to the CASFRI stack of inventories by updating past ORIGIN values with ORIGIN and DIST_YEAR values provided by more recent inventories</a:t>
              </a:r>
            </a:p>
          </p:txBody>
        </p:sp>
        <p:sp>
          <p:nvSpPr>
            <p:cNvPr id="10" name="Espace réservé du contenu 2">
              <a:extLst>
                <a:ext uri="{FF2B5EF4-FFF2-40B4-BE49-F238E27FC236}">
                  <a16:creationId xmlns:a16="http://schemas.microsoft.com/office/drawing/2014/main" id="{0EA254B4-08CE-47C2-BF14-0B709D4F31D4}"/>
                </a:ext>
              </a:extLst>
            </p:cNvPr>
            <p:cNvSpPr txBox="1">
              <a:spLocks/>
            </p:cNvSpPr>
            <p:nvPr/>
          </p:nvSpPr>
          <p:spPr>
            <a:xfrm>
              <a:off x="0" y="1258877"/>
              <a:ext cx="1110345" cy="960199"/>
            </a:xfrm>
            <a:prstGeom prst="rect">
              <a:avLst/>
            </a:prstGeom>
            <a:solidFill>
              <a:schemeClr val="accent1">
                <a:lumMod val="75000"/>
              </a:schemeClr>
            </a:solidFill>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Font typeface="Arial" panose="020B0604020202020204" pitchFamily="34" charset="0"/>
                <a:buNone/>
              </a:pPr>
              <a:r>
                <a:rPr lang="en-US" sz="2400" b="1" dirty="0">
                  <a:solidFill>
                    <a:schemeClr val="bg1"/>
                  </a:solidFill>
                </a:rPr>
                <a:t>GOAL</a:t>
              </a:r>
            </a:p>
          </p:txBody>
        </p:sp>
      </p:grpSp>
      <p:sp>
        <p:nvSpPr>
          <p:cNvPr id="12" name="TextBox 11">
            <a:extLst>
              <a:ext uri="{FF2B5EF4-FFF2-40B4-BE49-F238E27FC236}">
                <a16:creationId xmlns:a16="http://schemas.microsoft.com/office/drawing/2014/main" id="{D395C962-C4D6-419B-B064-5F3B6247BBD1}"/>
              </a:ext>
            </a:extLst>
          </p:cNvPr>
          <p:cNvSpPr txBox="1"/>
          <p:nvPr/>
        </p:nvSpPr>
        <p:spPr>
          <a:xfrm flipH="1">
            <a:off x="1886857" y="237777"/>
            <a:ext cx="8418286" cy="707886"/>
          </a:xfrm>
          <a:prstGeom prst="rect">
            <a:avLst/>
          </a:prstGeom>
          <a:noFill/>
        </p:spPr>
        <p:txBody>
          <a:bodyPr wrap="square" lIns="91440" tIns="45720" rIns="91440" bIns="45720" rtlCol="0" anchor="t">
            <a:spAutoFit/>
          </a:bodyPr>
          <a:lstStyle/>
          <a:p>
            <a:pPr algn="ctr"/>
            <a:r>
              <a:rPr lang="en-CA" sz="4000" dirty="0" err="1">
                <a:latin typeface="Microsoft Sans Serif"/>
                <a:ea typeface="Microsoft Sans Serif"/>
                <a:cs typeface="Microsoft Sans Serif"/>
              </a:rPr>
              <a:t>GeoHistory</a:t>
            </a:r>
            <a:r>
              <a:rPr lang="en-CA" sz="4000" dirty="0">
                <a:latin typeface="Microsoft Sans Serif"/>
                <a:ea typeface="Microsoft Sans Serif"/>
                <a:cs typeface="Microsoft Sans Serif"/>
              </a:rPr>
              <a:t> with Enhanced Origin</a:t>
            </a:r>
          </a:p>
        </p:txBody>
      </p:sp>
    </p:spTree>
    <p:extLst>
      <p:ext uri="{BB962C8B-B14F-4D97-AF65-F5344CB8AC3E}">
        <p14:creationId xmlns:p14="http://schemas.microsoft.com/office/powerpoint/2010/main" val="1081615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wipe(left)">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wipe(left)">
                                      <p:cBhvr>
                                        <p:cTn id="42" dur="50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F67D3FD1-769B-4DAD-A86C-8031BF6431F6}"/>
              </a:ext>
            </a:extLst>
          </p:cNvPr>
          <p:cNvGrpSpPr/>
          <p:nvPr/>
        </p:nvGrpSpPr>
        <p:grpSpPr>
          <a:xfrm>
            <a:off x="5274649" y="1345485"/>
            <a:ext cx="1912722" cy="5512515"/>
            <a:chOff x="5274649" y="1345485"/>
            <a:chExt cx="1912722" cy="5512515"/>
          </a:xfrm>
        </p:grpSpPr>
        <p:sp>
          <p:nvSpPr>
            <p:cNvPr id="9" name="Rectangle 8">
              <a:extLst>
                <a:ext uri="{FF2B5EF4-FFF2-40B4-BE49-F238E27FC236}">
                  <a16:creationId xmlns:a16="http://schemas.microsoft.com/office/drawing/2014/main" id="{22CBC011-214D-48CD-A697-73B66A8E4701}"/>
                </a:ext>
              </a:extLst>
            </p:cNvPr>
            <p:cNvSpPr/>
            <p:nvPr/>
          </p:nvSpPr>
          <p:spPr>
            <a:xfrm>
              <a:off x="5284207" y="1345485"/>
              <a:ext cx="1903164" cy="55125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4" name="TextBox 153">
              <a:extLst>
                <a:ext uri="{FF2B5EF4-FFF2-40B4-BE49-F238E27FC236}">
                  <a16:creationId xmlns:a16="http://schemas.microsoft.com/office/drawing/2014/main" id="{AC13FA36-DAB5-480B-85C7-AB3B43E7DEA1}"/>
                </a:ext>
              </a:extLst>
            </p:cNvPr>
            <p:cNvSpPr txBox="1"/>
            <p:nvPr/>
          </p:nvSpPr>
          <p:spPr>
            <a:xfrm>
              <a:off x="5449702" y="1595458"/>
              <a:ext cx="1528252" cy="584775"/>
            </a:xfrm>
            <a:prstGeom prst="rect">
              <a:avLst/>
            </a:prstGeom>
            <a:noFill/>
          </p:spPr>
          <p:txBody>
            <a:bodyPr wrap="square" rtlCol="0">
              <a:spAutoFit/>
            </a:bodyPr>
            <a:lstStyle/>
            <a:p>
              <a:pPr algn="ctr"/>
              <a:r>
                <a:rPr lang="fr-CA" sz="1600" b="1" dirty="0"/>
                <a:t>1 - </a:t>
              </a:r>
              <a:r>
                <a:rPr lang="fr-CA" sz="1600" b="1" dirty="0" err="1"/>
                <a:t>GeoHistory</a:t>
              </a:r>
              <a:br>
                <a:rPr lang="fr-CA" sz="1600" b="1" dirty="0"/>
              </a:br>
              <a:r>
                <a:rPr lang="fr-CA" sz="1600" b="1" dirty="0" err="1"/>
                <a:t>valid</a:t>
              </a:r>
              <a:r>
                <a:rPr lang="fr-CA" sz="1600" b="1" dirty="0"/>
                <a:t> </a:t>
              </a:r>
              <a:r>
                <a:rPr lang="fr-CA" sz="1600" b="1" dirty="0" err="1"/>
                <a:t>years</a:t>
              </a:r>
              <a:endParaRPr lang="en-GB" sz="1600" b="1" dirty="0"/>
            </a:p>
          </p:txBody>
        </p:sp>
        <p:grpSp>
          <p:nvGrpSpPr>
            <p:cNvPr id="4" name="Group 3">
              <a:extLst>
                <a:ext uri="{FF2B5EF4-FFF2-40B4-BE49-F238E27FC236}">
                  <a16:creationId xmlns:a16="http://schemas.microsoft.com/office/drawing/2014/main" id="{D7783737-9CF4-46D7-A676-E56493CF7B38}"/>
                </a:ext>
              </a:extLst>
            </p:cNvPr>
            <p:cNvGrpSpPr/>
            <p:nvPr/>
          </p:nvGrpSpPr>
          <p:grpSpPr>
            <a:xfrm>
              <a:off x="5274649" y="2458680"/>
              <a:ext cx="1669787" cy="4237395"/>
              <a:chOff x="5274649" y="2458680"/>
              <a:chExt cx="1669787" cy="4237395"/>
            </a:xfrm>
          </p:grpSpPr>
          <p:sp>
            <p:nvSpPr>
              <p:cNvPr id="205" name="TextBox 204">
                <a:extLst>
                  <a:ext uri="{FF2B5EF4-FFF2-40B4-BE49-F238E27FC236}">
                    <a16:creationId xmlns:a16="http://schemas.microsoft.com/office/drawing/2014/main" id="{B19DAB2C-8B00-44F3-AD31-970498AFA303}"/>
                  </a:ext>
                </a:extLst>
              </p:cNvPr>
              <p:cNvSpPr txBox="1"/>
              <p:nvPr/>
            </p:nvSpPr>
            <p:spPr>
              <a:xfrm>
                <a:off x="5274649" y="2506420"/>
                <a:ext cx="837877" cy="338554"/>
              </a:xfrm>
              <a:prstGeom prst="rect">
                <a:avLst/>
              </a:prstGeom>
              <a:noFill/>
            </p:spPr>
            <p:txBody>
              <a:bodyPr wrap="square" rtlCol="0" anchor="ctr">
                <a:spAutoFit/>
              </a:bodyPr>
              <a:lstStyle/>
              <a:p>
                <a:pPr algn="ctr"/>
                <a:r>
                  <a:rPr lang="fr-CA" sz="1600" b="1" dirty="0"/>
                  <a:t>2019</a:t>
                </a:r>
                <a:endParaRPr lang="en-GB" sz="1600" b="1" dirty="0"/>
              </a:p>
            </p:txBody>
          </p:sp>
          <p:sp>
            <p:nvSpPr>
              <p:cNvPr id="207" name="TextBox 206">
                <a:extLst>
                  <a:ext uri="{FF2B5EF4-FFF2-40B4-BE49-F238E27FC236}">
                    <a16:creationId xmlns:a16="http://schemas.microsoft.com/office/drawing/2014/main" id="{2630649D-2A06-43AC-8785-22FC352D2E73}"/>
                  </a:ext>
                </a:extLst>
              </p:cNvPr>
              <p:cNvSpPr txBox="1"/>
              <p:nvPr/>
            </p:nvSpPr>
            <p:spPr>
              <a:xfrm>
                <a:off x="5274649" y="3285199"/>
                <a:ext cx="837877" cy="338554"/>
              </a:xfrm>
              <a:prstGeom prst="rect">
                <a:avLst/>
              </a:prstGeom>
              <a:noFill/>
            </p:spPr>
            <p:txBody>
              <a:bodyPr wrap="square" rtlCol="0" anchor="ctr">
                <a:spAutoFit/>
              </a:bodyPr>
              <a:lstStyle/>
              <a:p>
                <a:pPr algn="ctr"/>
                <a:r>
                  <a:rPr lang="fr-CA" sz="1600" b="1" dirty="0"/>
                  <a:t>2012</a:t>
                </a:r>
                <a:endParaRPr lang="en-GB" sz="1600" b="1" dirty="0"/>
              </a:p>
            </p:txBody>
          </p:sp>
          <p:sp>
            <p:nvSpPr>
              <p:cNvPr id="209" name="TextBox 208">
                <a:extLst>
                  <a:ext uri="{FF2B5EF4-FFF2-40B4-BE49-F238E27FC236}">
                    <a16:creationId xmlns:a16="http://schemas.microsoft.com/office/drawing/2014/main" id="{AA9D28AC-0681-4456-B041-1E3855C5C697}"/>
                  </a:ext>
                </a:extLst>
              </p:cNvPr>
              <p:cNvSpPr txBox="1"/>
              <p:nvPr/>
            </p:nvSpPr>
            <p:spPr>
              <a:xfrm>
                <a:off x="5274649" y="3548784"/>
                <a:ext cx="837877" cy="338554"/>
              </a:xfrm>
              <a:prstGeom prst="rect">
                <a:avLst/>
              </a:prstGeom>
              <a:noFill/>
            </p:spPr>
            <p:txBody>
              <a:bodyPr wrap="square" rtlCol="0" anchor="ctr">
                <a:spAutoFit/>
              </a:bodyPr>
              <a:lstStyle/>
              <a:p>
                <a:pPr algn="ctr"/>
                <a:r>
                  <a:rPr lang="fr-CA" sz="1600" b="1" dirty="0"/>
                  <a:t>2010</a:t>
                </a:r>
                <a:endParaRPr lang="en-GB" sz="1600" b="1" dirty="0"/>
              </a:p>
            </p:txBody>
          </p:sp>
          <p:sp>
            <p:nvSpPr>
              <p:cNvPr id="211" name="TextBox 210">
                <a:extLst>
                  <a:ext uri="{FF2B5EF4-FFF2-40B4-BE49-F238E27FC236}">
                    <a16:creationId xmlns:a16="http://schemas.microsoft.com/office/drawing/2014/main" id="{5FD963CD-AFE7-4361-A210-2BBDBCA59F3A}"/>
                  </a:ext>
                </a:extLst>
              </p:cNvPr>
              <p:cNvSpPr txBox="1"/>
              <p:nvPr/>
            </p:nvSpPr>
            <p:spPr>
              <a:xfrm>
                <a:off x="5274649" y="4113366"/>
                <a:ext cx="837877" cy="338554"/>
              </a:xfrm>
              <a:prstGeom prst="rect">
                <a:avLst/>
              </a:prstGeom>
              <a:noFill/>
            </p:spPr>
            <p:txBody>
              <a:bodyPr wrap="square" rtlCol="0" anchor="ctr">
                <a:spAutoFit/>
              </a:bodyPr>
              <a:lstStyle/>
              <a:p>
                <a:pPr algn="ctr"/>
                <a:r>
                  <a:rPr lang="fr-CA" sz="1600" b="1" dirty="0"/>
                  <a:t>2005</a:t>
                </a:r>
                <a:endParaRPr lang="en-GB" sz="1600" b="1" dirty="0"/>
              </a:p>
            </p:txBody>
          </p:sp>
          <p:sp>
            <p:nvSpPr>
              <p:cNvPr id="213" name="TextBox 212">
                <a:extLst>
                  <a:ext uri="{FF2B5EF4-FFF2-40B4-BE49-F238E27FC236}">
                    <a16:creationId xmlns:a16="http://schemas.microsoft.com/office/drawing/2014/main" id="{8D662100-A54E-44F4-AAE4-6CFF74D95077}"/>
                  </a:ext>
                </a:extLst>
              </p:cNvPr>
              <p:cNvSpPr txBox="1"/>
              <p:nvPr/>
            </p:nvSpPr>
            <p:spPr>
              <a:xfrm>
                <a:off x="5274649" y="4666595"/>
                <a:ext cx="837877" cy="338554"/>
              </a:xfrm>
              <a:prstGeom prst="rect">
                <a:avLst/>
              </a:prstGeom>
              <a:noFill/>
            </p:spPr>
            <p:txBody>
              <a:bodyPr wrap="square" rtlCol="0" anchor="ctr">
                <a:spAutoFit/>
              </a:bodyPr>
              <a:lstStyle/>
              <a:p>
                <a:pPr algn="ctr"/>
                <a:r>
                  <a:rPr lang="fr-CA" sz="1600" b="1" dirty="0"/>
                  <a:t>2000</a:t>
                </a:r>
                <a:endParaRPr lang="en-GB" sz="1600" b="1" dirty="0"/>
              </a:p>
            </p:txBody>
          </p:sp>
          <p:sp>
            <p:nvSpPr>
              <p:cNvPr id="215" name="TextBox 214">
                <a:extLst>
                  <a:ext uri="{FF2B5EF4-FFF2-40B4-BE49-F238E27FC236}">
                    <a16:creationId xmlns:a16="http://schemas.microsoft.com/office/drawing/2014/main" id="{24F05D83-53D1-4981-95EB-A25429D3C238}"/>
                  </a:ext>
                </a:extLst>
              </p:cNvPr>
              <p:cNvSpPr txBox="1"/>
              <p:nvPr/>
            </p:nvSpPr>
            <p:spPr>
              <a:xfrm>
                <a:off x="5274649" y="5786170"/>
                <a:ext cx="837877" cy="338554"/>
              </a:xfrm>
              <a:prstGeom prst="rect">
                <a:avLst/>
              </a:prstGeom>
              <a:noFill/>
            </p:spPr>
            <p:txBody>
              <a:bodyPr wrap="square" rtlCol="0" anchor="ctr">
                <a:spAutoFit/>
              </a:bodyPr>
              <a:lstStyle/>
              <a:p>
                <a:pPr algn="ctr"/>
                <a:r>
                  <a:rPr lang="fr-CA" sz="1600" b="1" dirty="0"/>
                  <a:t>1990</a:t>
                </a:r>
                <a:endParaRPr lang="en-GB" sz="1600" b="1" dirty="0"/>
              </a:p>
            </p:txBody>
          </p:sp>
          <p:grpSp>
            <p:nvGrpSpPr>
              <p:cNvPr id="19" name="Group 18">
                <a:extLst>
                  <a:ext uri="{FF2B5EF4-FFF2-40B4-BE49-F238E27FC236}">
                    <a16:creationId xmlns:a16="http://schemas.microsoft.com/office/drawing/2014/main" id="{C03A03D3-D69A-4232-BFCE-AF0B6A3AFD19}"/>
                  </a:ext>
                </a:extLst>
              </p:cNvPr>
              <p:cNvGrpSpPr/>
              <p:nvPr/>
            </p:nvGrpSpPr>
            <p:grpSpPr>
              <a:xfrm>
                <a:off x="5911807" y="2458680"/>
                <a:ext cx="80064" cy="4237395"/>
                <a:chOff x="5911807" y="2458680"/>
                <a:chExt cx="80064" cy="4237395"/>
              </a:xfrm>
            </p:grpSpPr>
            <p:cxnSp>
              <p:nvCxnSpPr>
                <p:cNvPr id="204" name="Connecteur droit avec flèche 44">
                  <a:extLst>
                    <a:ext uri="{FF2B5EF4-FFF2-40B4-BE49-F238E27FC236}">
                      <a16:creationId xmlns:a16="http://schemas.microsoft.com/office/drawing/2014/main" id="{67D8F4E3-F75F-48DB-AA5C-4A90669CFCB5}"/>
                    </a:ext>
                  </a:extLst>
                </p:cNvPr>
                <p:cNvCxnSpPr>
                  <a:cxnSpLocks/>
                </p:cNvCxnSpPr>
                <p:nvPr/>
              </p:nvCxnSpPr>
              <p:spPr>
                <a:xfrm flipV="1">
                  <a:off x="5991871" y="2458680"/>
                  <a:ext cx="0" cy="4237395"/>
                </a:xfrm>
                <a:prstGeom prst="straightConnector1">
                  <a:avLst/>
                </a:prstGeom>
                <a:ln w="28575">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206" name="Connecteur droit avec flèche 44">
                  <a:extLst>
                    <a:ext uri="{FF2B5EF4-FFF2-40B4-BE49-F238E27FC236}">
                      <a16:creationId xmlns:a16="http://schemas.microsoft.com/office/drawing/2014/main" id="{E7419AC8-058A-4239-9969-74A47AD74747}"/>
                    </a:ext>
                  </a:extLst>
                </p:cNvPr>
                <p:cNvCxnSpPr>
                  <a:cxnSpLocks/>
                </p:cNvCxnSpPr>
                <p:nvPr/>
              </p:nvCxnSpPr>
              <p:spPr>
                <a:xfrm>
                  <a:off x="5911807" y="267569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08" name="Connecteur droit avec flèche 44">
                  <a:extLst>
                    <a:ext uri="{FF2B5EF4-FFF2-40B4-BE49-F238E27FC236}">
                      <a16:creationId xmlns:a16="http://schemas.microsoft.com/office/drawing/2014/main" id="{86FFB974-10C5-4A35-B1E2-0D5661AFF10E}"/>
                    </a:ext>
                  </a:extLst>
                </p:cNvPr>
                <p:cNvCxnSpPr>
                  <a:cxnSpLocks/>
                </p:cNvCxnSpPr>
                <p:nvPr/>
              </p:nvCxnSpPr>
              <p:spPr>
                <a:xfrm>
                  <a:off x="5911807" y="345447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0" name="Connecteur droit avec flèche 44">
                  <a:extLst>
                    <a:ext uri="{FF2B5EF4-FFF2-40B4-BE49-F238E27FC236}">
                      <a16:creationId xmlns:a16="http://schemas.microsoft.com/office/drawing/2014/main" id="{0BC2B39C-604B-4D2D-AE01-4C664963822E}"/>
                    </a:ext>
                  </a:extLst>
                </p:cNvPr>
                <p:cNvCxnSpPr>
                  <a:cxnSpLocks/>
                </p:cNvCxnSpPr>
                <p:nvPr/>
              </p:nvCxnSpPr>
              <p:spPr>
                <a:xfrm>
                  <a:off x="5911807" y="3714085"/>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2" name="Connecteur droit avec flèche 44">
                  <a:extLst>
                    <a:ext uri="{FF2B5EF4-FFF2-40B4-BE49-F238E27FC236}">
                      <a16:creationId xmlns:a16="http://schemas.microsoft.com/office/drawing/2014/main" id="{CC120673-AA22-4D9A-ABFD-0D3A1BC9167B}"/>
                    </a:ext>
                  </a:extLst>
                </p:cNvPr>
                <p:cNvCxnSpPr>
                  <a:cxnSpLocks/>
                </p:cNvCxnSpPr>
                <p:nvPr/>
              </p:nvCxnSpPr>
              <p:spPr>
                <a:xfrm>
                  <a:off x="5911807" y="4286617"/>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4" name="Connecteur droit avec flèche 44">
                  <a:extLst>
                    <a:ext uri="{FF2B5EF4-FFF2-40B4-BE49-F238E27FC236}">
                      <a16:creationId xmlns:a16="http://schemas.microsoft.com/office/drawing/2014/main" id="{0C82131F-09AC-40B5-8071-44A2B9FF55C4}"/>
                    </a:ext>
                  </a:extLst>
                </p:cNvPr>
                <p:cNvCxnSpPr>
                  <a:cxnSpLocks/>
                </p:cNvCxnSpPr>
                <p:nvPr/>
              </p:nvCxnSpPr>
              <p:spPr>
                <a:xfrm>
                  <a:off x="5911807" y="4835871"/>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6" name="Connecteur droit avec flèche 44">
                  <a:extLst>
                    <a:ext uri="{FF2B5EF4-FFF2-40B4-BE49-F238E27FC236}">
                      <a16:creationId xmlns:a16="http://schemas.microsoft.com/office/drawing/2014/main" id="{F13601EA-9B19-4D70-9919-36436EB15E02}"/>
                    </a:ext>
                  </a:extLst>
                </p:cNvPr>
                <p:cNvCxnSpPr>
                  <a:cxnSpLocks/>
                </p:cNvCxnSpPr>
                <p:nvPr/>
              </p:nvCxnSpPr>
              <p:spPr>
                <a:xfrm>
                  <a:off x="5911807" y="595544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217" name="Group 216">
                <a:extLst>
                  <a:ext uri="{FF2B5EF4-FFF2-40B4-BE49-F238E27FC236}">
                    <a16:creationId xmlns:a16="http://schemas.microsoft.com/office/drawing/2014/main" id="{CBD454DC-E3A7-4469-96EF-4D5CB7929BE7}"/>
                  </a:ext>
                </a:extLst>
              </p:cNvPr>
              <p:cNvGrpSpPr/>
              <p:nvPr/>
            </p:nvGrpSpPr>
            <p:grpSpPr>
              <a:xfrm>
                <a:off x="6088171" y="2572639"/>
                <a:ext cx="287326" cy="3382807"/>
                <a:chOff x="8070862" y="1222492"/>
                <a:chExt cx="404300" cy="4052938"/>
              </a:xfrm>
            </p:grpSpPr>
            <p:sp>
              <p:nvSpPr>
                <p:cNvPr id="236" name="Rectangle 235">
                  <a:extLst>
                    <a:ext uri="{FF2B5EF4-FFF2-40B4-BE49-F238E27FC236}">
                      <a16:creationId xmlns:a16="http://schemas.microsoft.com/office/drawing/2014/main" id="{79F15356-6E18-49BA-80A3-2D700C012A3F}"/>
                    </a:ext>
                  </a:extLst>
                </p:cNvPr>
                <p:cNvSpPr/>
                <p:nvPr/>
              </p:nvSpPr>
              <p:spPr>
                <a:xfrm>
                  <a:off x="8070862" y="3938588"/>
                  <a:ext cx="404300" cy="1336842"/>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7" name="Rectangle 236">
                  <a:extLst>
                    <a:ext uri="{FF2B5EF4-FFF2-40B4-BE49-F238E27FC236}">
                      <a16:creationId xmlns:a16="http://schemas.microsoft.com/office/drawing/2014/main" id="{77592418-EA8D-457F-92A3-FCC95905B64C}"/>
                    </a:ext>
                  </a:extLst>
                </p:cNvPr>
                <p:cNvSpPr/>
                <p:nvPr/>
              </p:nvSpPr>
              <p:spPr>
                <a:xfrm>
                  <a:off x="8070862" y="2286367"/>
                  <a:ext cx="404300" cy="1637933"/>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8" name="Rectangle 237">
                  <a:extLst>
                    <a:ext uri="{FF2B5EF4-FFF2-40B4-BE49-F238E27FC236}">
                      <a16:creationId xmlns:a16="http://schemas.microsoft.com/office/drawing/2014/main" id="{451378A3-094A-46DB-BFB2-3326E6132AE9}"/>
                    </a:ext>
                  </a:extLst>
                </p:cNvPr>
                <p:cNvSpPr/>
                <p:nvPr/>
              </p:nvSpPr>
              <p:spPr>
                <a:xfrm>
                  <a:off x="8070862" y="1222492"/>
                  <a:ext cx="404300" cy="1048468"/>
                </a:xfrm>
                <a:prstGeom prst="rect">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8" name="Group 217">
                <a:extLst>
                  <a:ext uri="{FF2B5EF4-FFF2-40B4-BE49-F238E27FC236}">
                    <a16:creationId xmlns:a16="http://schemas.microsoft.com/office/drawing/2014/main" id="{5F48727A-0419-422F-91B0-54B613530C22}"/>
                  </a:ext>
                </a:extLst>
              </p:cNvPr>
              <p:cNvGrpSpPr/>
              <p:nvPr/>
            </p:nvGrpSpPr>
            <p:grpSpPr>
              <a:xfrm>
                <a:off x="6366690" y="2572639"/>
                <a:ext cx="287326" cy="3382807"/>
                <a:chOff x="8374011" y="1222492"/>
                <a:chExt cx="287326" cy="4052938"/>
              </a:xfrm>
            </p:grpSpPr>
            <p:sp>
              <p:nvSpPr>
                <p:cNvPr id="231" name="Rectangle 230">
                  <a:extLst>
                    <a:ext uri="{FF2B5EF4-FFF2-40B4-BE49-F238E27FC236}">
                      <a16:creationId xmlns:a16="http://schemas.microsoft.com/office/drawing/2014/main" id="{26DE0442-C9F2-445A-914D-C66C7BC39990}"/>
                    </a:ext>
                  </a:extLst>
                </p:cNvPr>
                <p:cNvSpPr/>
                <p:nvPr/>
              </p:nvSpPr>
              <p:spPr>
                <a:xfrm>
                  <a:off x="8374011" y="3281220"/>
                  <a:ext cx="287326" cy="1994210"/>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2" name="Rectangle 231">
                  <a:extLst>
                    <a:ext uri="{FF2B5EF4-FFF2-40B4-BE49-F238E27FC236}">
                      <a16:creationId xmlns:a16="http://schemas.microsoft.com/office/drawing/2014/main" id="{9881B0DB-4A87-44FF-8C3A-6F4FD77EDB1B}"/>
                    </a:ext>
                  </a:extLst>
                </p:cNvPr>
                <p:cNvSpPr/>
                <p:nvPr/>
              </p:nvSpPr>
              <p:spPr>
                <a:xfrm>
                  <a:off x="8374011" y="2286368"/>
                  <a:ext cx="146459" cy="979445"/>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3" name="Rectangle 232">
                  <a:extLst>
                    <a:ext uri="{FF2B5EF4-FFF2-40B4-BE49-F238E27FC236}">
                      <a16:creationId xmlns:a16="http://schemas.microsoft.com/office/drawing/2014/main" id="{DD6BA8B7-7882-425B-8E3C-D469C6548339}"/>
                    </a:ext>
                  </a:extLst>
                </p:cNvPr>
                <p:cNvSpPr/>
                <p:nvPr/>
              </p:nvSpPr>
              <p:spPr>
                <a:xfrm>
                  <a:off x="8374011" y="1222492"/>
                  <a:ext cx="146459"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4" name="Rectangle 233">
                  <a:extLst>
                    <a:ext uri="{FF2B5EF4-FFF2-40B4-BE49-F238E27FC236}">
                      <a16:creationId xmlns:a16="http://schemas.microsoft.com/office/drawing/2014/main" id="{E9CCE9DD-9873-4559-B69C-AB4B282C6581}"/>
                    </a:ext>
                  </a:extLst>
                </p:cNvPr>
                <p:cNvSpPr/>
                <p:nvPr/>
              </p:nvSpPr>
              <p:spPr>
                <a:xfrm>
                  <a:off x="8520470" y="2286368"/>
                  <a:ext cx="136525" cy="979445"/>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5" name="Rectangle 234">
                  <a:extLst>
                    <a:ext uri="{FF2B5EF4-FFF2-40B4-BE49-F238E27FC236}">
                      <a16:creationId xmlns:a16="http://schemas.microsoft.com/office/drawing/2014/main" id="{E52ABE50-59C8-4D01-A19F-E99C0EEEE3FE}"/>
                    </a:ext>
                  </a:extLst>
                </p:cNvPr>
                <p:cNvSpPr/>
                <p:nvPr/>
              </p:nvSpPr>
              <p:spPr>
                <a:xfrm>
                  <a:off x="8520470" y="1222492"/>
                  <a:ext cx="136525"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19" name="Group 218">
                <a:extLst>
                  <a:ext uri="{FF2B5EF4-FFF2-40B4-BE49-F238E27FC236}">
                    <a16:creationId xmlns:a16="http://schemas.microsoft.com/office/drawing/2014/main" id="{E8FB3779-8115-4890-B7FB-52F450654108}"/>
                  </a:ext>
                </a:extLst>
              </p:cNvPr>
              <p:cNvGrpSpPr/>
              <p:nvPr/>
            </p:nvGrpSpPr>
            <p:grpSpPr>
              <a:xfrm>
                <a:off x="6645209" y="2570277"/>
                <a:ext cx="287326" cy="3382806"/>
                <a:chOff x="8374011" y="1222493"/>
                <a:chExt cx="287326" cy="4052937"/>
              </a:xfrm>
              <a:solidFill>
                <a:schemeClr val="accent4">
                  <a:lumMod val="20000"/>
                  <a:lumOff val="80000"/>
                </a:schemeClr>
              </a:solidFill>
            </p:grpSpPr>
            <p:sp>
              <p:nvSpPr>
                <p:cNvPr id="227" name="Rectangle 226">
                  <a:extLst>
                    <a:ext uri="{FF2B5EF4-FFF2-40B4-BE49-F238E27FC236}">
                      <a16:creationId xmlns:a16="http://schemas.microsoft.com/office/drawing/2014/main" id="{FDE2ECB4-2785-40C9-8B77-E85F5DCA9A5C}"/>
                    </a:ext>
                  </a:extLst>
                </p:cNvPr>
                <p:cNvSpPr/>
                <p:nvPr/>
              </p:nvSpPr>
              <p:spPr>
                <a:xfrm>
                  <a:off x="8374011" y="3946670"/>
                  <a:ext cx="287326" cy="1328760"/>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8" name="Rectangle 227">
                  <a:extLst>
                    <a:ext uri="{FF2B5EF4-FFF2-40B4-BE49-F238E27FC236}">
                      <a16:creationId xmlns:a16="http://schemas.microsoft.com/office/drawing/2014/main" id="{5EEE8315-088B-4F33-8255-C20BC3994FD4}"/>
                    </a:ext>
                  </a:extLst>
                </p:cNvPr>
                <p:cNvSpPr/>
                <p:nvPr/>
              </p:nvSpPr>
              <p:spPr>
                <a:xfrm>
                  <a:off x="8374011" y="2597651"/>
                  <a:ext cx="282984" cy="1329478"/>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9" name="Rectangle 228">
                  <a:extLst>
                    <a:ext uri="{FF2B5EF4-FFF2-40B4-BE49-F238E27FC236}">
                      <a16:creationId xmlns:a16="http://schemas.microsoft.com/office/drawing/2014/main" id="{A1E8DBAD-80AF-45F0-A4C0-E3A3CDBD78BA}"/>
                    </a:ext>
                  </a:extLst>
                </p:cNvPr>
                <p:cNvSpPr/>
                <p:nvPr/>
              </p:nvSpPr>
              <p:spPr>
                <a:xfrm>
                  <a:off x="8374011" y="1222493"/>
                  <a:ext cx="200140" cy="1359752"/>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0" name="Rectangle 229">
                  <a:extLst>
                    <a:ext uri="{FF2B5EF4-FFF2-40B4-BE49-F238E27FC236}">
                      <a16:creationId xmlns:a16="http://schemas.microsoft.com/office/drawing/2014/main" id="{C6CDCC4E-7AF6-476F-B82C-4855FD9EFFB3}"/>
                    </a:ext>
                  </a:extLst>
                </p:cNvPr>
                <p:cNvSpPr/>
                <p:nvPr/>
              </p:nvSpPr>
              <p:spPr>
                <a:xfrm>
                  <a:off x="8574151" y="1222493"/>
                  <a:ext cx="82844" cy="1359752"/>
                </a:xfrm>
                <a:prstGeom prst="rect">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220" name="Straight Connector 219">
                <a:extLst>
                  <a:ext uri="{FF2B5EF4-FFF2-40B4-BE49-F238E27FC236}">
                    <a16:creationId xmlns:a16="http://schemas.microsoft.com/office/drawing/2014/main" id="{3517BB38-894A-44D5-B391-43F79C50A783}"/>
                  </a:ext>
                </a:extLst>
              </p:cNvPr>
              <p:cNvCxnSpPr>
                <a:cxnSpLocks/>
              </p:cNvCxnSpPr>
              <p:nvPr/>
            </p:nvCxnSpPr>
            <p:spPr>
              <a:xfrm>
                <a:off x="6083767" y="3454476"/>
                <a:ext cx="56584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52C58279-0D17-4D63-98C0-607ADFB3519C}"/>
                  </a:ext>
                </a:extLst>
              </p:cNvPr>
              <p:cNvCxnSpPr>
                <a:cxnSpLocks/>
              </p:cNvCxnSpPr>
              <p:nvPr/>
            </p:nvCxnSpPr>
            <p:spPr>
              <a:xfrm>
                <a:off x="6650983" y="3715826"/>
                <a:ext cx="280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3CB94EE-EC3F-4778-81D9-8A00171496CB}"/>
                  </a:ext>
                </a:extLst>
              </p:cNvPr>
              <p:cNvCxnSpPr>
                <a:cxnSpLocks/>
              </p:cNvCxnSpPr>
              <p:nvPr/>
            </p:nvCxnSpPr>
            <p:spPr>
              <a:xfrm>
                <a:off x="6359395" y="4279297"/>
                <a:ext cx="28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B63D097C-4CC0-4DD2-9F14-498053BFECD7}"/>
                  </a:ext>
                </a:extLst>
              </p:cNvPr>
              <p:cNvCxnSpPr>
                <a:cxnSpLocks/>
              </p:cNvCxnSpPr>
              <p:nvPr/>
            </p:nvCxnSpPr>
            <p:spPr>
              <a:xfrm>
                <a:off x="6093929" y="4832577"/>
                <a:ext cx="27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68F9B2A4-8C50-40A0-8A20-C88CB844FCDE}"/>
                  </a:ext>
                </a:extLst>
              </p:cNvPr>
              <p:cNvCxnSpPr>
                <a:cxnSpLocks/>
              </p:cNvCxnSpPr>
              <p:nvPr/>
            </p:nvCxnSpPr>
            <p:spPr>
              <a:xfrm>
                <a:off x="6650983" y="4840587"/>
                <a:ext cx="280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30D8F2A1-20DE-41E6-9335-63DAF01C4960}"/>
                  </a:ext>
                </a:extLst>
              </p:cNvPr>
              <p:cNvCxnSpPr>
                <a:cxnSpLocks/>
              </p:cNvCxnSpPr>
              <p:nvPr/>
            </p:nvCxnSpPr>
            <p:spPr>
              <a:xfrm>
                <a:off x="6083767" y="5955252"/>
                <a:ext cx="8606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473FC34F-6045-48E0-9265-B0064152A0F7}"/>
                  </a:ext>
                </a:extLst>
              </p:cNvPr>
              <p:cNvCxnSpPr>
                <a:cxnSpLocks/>
              </p:cNvCxnSpPr>
              <p:nvPr/>
            </p:nvCxnSpPr>
            <p:spPr>
              <a:xfrm>
                <a:off x="6067524" y="2570277"/>
                <a:ext cx="8606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 name="Rectangle 5">
            <a:extLst>
              <a:ext uri="{FF2B5EF4-FFF2-40B4-BE49-F238E27FC236}">
                <a16:creationId xmlns:a16="http://schemas.microsoft.com/office/drawing/2014/main" id="{7510D6C1-B3DD-4F04-A191-F8CFCD5393CA}"/>
              </a:ext>
            </a:extLst>
          </p:cNvPr>
          <p:cNvSpPr/>
          <p:nvPr/>
        </p:nvSpPr>
        <p:spPr>
          <a:xfrm>
            <a:off x="95375" y="-106801"/>
            <a:ext cx="4318483" cy="1340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69426F35-5446-4684-97E8-14FFE39EE2E2}"/>
              </a:ext>
            </a:extLst>
          </p:cNvPr>
          <p:cNvGrpSpPr/>
          <p:nvPr/>
        </p:nvGrpSpPr>
        <p:grpSpPr>
          <a:xfrm>
            <a:off x="9837869" y="1385507"/>
            <a:ext cx="2402799" cy="5512515"/>
            <a:chOff x="9837869" y="1385507"/>
            <a:chExt cx="2402799" cy="5512515"/>
          </a:xfrm>
        </p:grpSpPr>
        <p:sp>
          <p:nvSpPr>
            <p:cNvPr id="153" name="Rectangle 152">
              <a:extLst>
                <a:ext uri="{FF2B5EF4-FFF2-40B4-BE49-F238E27FC236}">
                  <a16:creationId xmlns:a16="http://schemas.microsoft.com/office/drawing/2014/main" id="{A34BE8B7-18F3-4FA6-B5C8-6858AD72689F}"/>
                </a:ext>
              </a:extLst>
            </p:cNvPr>
            <p:cNvSpPr/>
            <p:nvPr/>
          </p:nvSpPr>
          <p:spPr>
            <a:xfrm>
              <a:off x="9902141" y="1385507"/>
              <a:ext cx="2338527" cy="55125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0" name="TextBox 309">
              <a:extLst>
                <a:ext uri="{FF2B5EF4-FFF2-40B4-BE49-F238E27FC236}">
                  <a16:creationId xmlns:a16="http://schemas.microsoft.com/office/drawing/2014/main" id="{9121C6D4-1920-436E-98F2-9A999F8D021B}"/>
                </a:ext>
              </a:extLst>
            </p:cNvPr>
            <p:cNvSpPr txBox="1"/>
            <p:nvPr/>
          </p:nvSpPr>
          <p:spPr>
            <a:xfrm>
              <a:off x="9837869" y="1472347"/>
              <a:ext cx="2337939" cy="830997"/>
            </a:xfrm>
            <a:prstGeom prst="rect">
              <a:avLst/>
            </a:prstGeom>
            <a:noFill/>
          </p:spPr>
          <p:txBody>
            <a:bodyPr wrap="square" rtlCol="0">
              <a:spAutoFit/>
            </a:bodyPr>
            <a:lstStyle/>
            <a:p>
              <a:pPr algn="ctr"/>
              <a:r>
                <a:rPr lang="fr-CA" sz="1600" b="1" dirty="0"/>
                <a:t>3 - Application of </a:t>
              </a:r>
              <a:r>
                <a:rPr lang="fr-CA" sz="1600" b="1" dirty="0" err="1"/>
                <a:t>consolidated</a:t>
              </a:r>
              <a:r>
                <a:rPr lang="fr-CA" sz="1600" b="1" dirty="0"/>
                <a:t> </a:t>
              </a:r>
              <a:r>
                <a:rPr lang="fr-CA" sz="1600" b="1" dirty="0" err="1"/>
                <a:t>origin</a:t>
              </a:r>
              <a:r>
                <a:rPr lang="fr-CA" sz="1600" b="1" dirty="0"/>
                <a:t> </a:t>
              </a:r>
              <a:r>
                <a:rPr lang="fr-CA" sz="1600" b="1" dirty="0" err="1"/>
                <a:t>events</a:t>
              </a:r>
              <a:endParaRPr lang="en-GB" sz="1600" b="1" dirty="0"/>
            </a:p>
          </p:txBody>
        </p:sp>
        <p:grpSp>
          <p:nvGrpSpPr>
            <p:cNvPr id="2" name="Group 1">
              <a:extLst>
                <a:ext uri="{FF2B5EF4-FFF2-40B4-BE49-F238E27FC236}">
                  <a16:creationId xmlns:a16="http://schemas.microsoft.com/office/drawing/2014/main" id="{CD185DE5-0646-4E8D-9F58-33DE55E20E08}"/>
                </a:ext>
              </a:extLst>
            </p:cNvPr>
            <p:cNvGrpSpPr/>
            <p:nvPr/>
          </p:nvGrpSpPr>
          <p:grpSpPr>
            <a:xfrm>
              <a:off x="9863567" y="2410972"/>
              <a:ext cx="2183409" cy="4382841"/>
              <a:chOff x="9863567" y="2410972"/>
              <a:chExt cx="2183409" cy="4382841"/>
            </a:xfrm>
          </p:grpSpPr>
          <p:grpSp>
            <p:nvGrpSpPr>
              <p:cNvPr id="37" name="Group 36">
                <a:extLst>
                  <a:ext uri="{FF2B5EF4-FFF2-40B4-BE49-F238E27FC236}">
                    <a16:creationId xmlns:a16="http://schemas.microsoft.com/office/drawing/2014/main" id="{638C9E4C-515E-4BEA-8B48-D572731C6500}"/>
                  </a:ext>
                </a:extLst>
              </p:cNvPr>
              <p:cNvGrpSpPr/>
              <p:nvPr/>
            </p:nvGrpSpPr>
            <p:grpSpPr>
              <a:xfrm>
                <a:off x="9863567" y="2430430"/>
                <a:ext cx="1084365" cy="4363383"/>
                <a:chOff x="10153847" y="2430430"/>
                <a:chExt cx="1084365" cy="4363383"/>
              </a:xfrm>
            </p:grpSpPr>
            <p:grpSp>
              <p:nvGrpSpPr>
                <p:cNvPr id="26" name="Group 25">
                  <a:extLst>
                    <a:ext uri="{FF2B5EF4-FFF2-40B4-BE49-F238E27FC236}">
                      <a16:creationId xmlns:a16="http://schemas.microsoft.com/office/drawing/2014/main" id="{D06C753E-FC6E-49E0-9D9A-45D1AD611971}"/>
                    </a:ext>
                  </a:extLst>
                </p:cNvPr>
                <p:cNvGrpSpPr/>
                <p:nvPr/>
              </p:nvGrpSpPr>
              <p:grpSpPr>
                <a:xfrm>
                  <a:off x="10164163" y="2430430"/>
                  <a:ext cx="1072657" cy="4265645"/>
                  <a:chOff x="9945583" y="2139319"/>
                  <a:chExt cx="1072657" cy="5012741"/>
                </a:xfrm>
              </p:grpSpPr>
              <p:cxnSp>
                <p:nvCxnSpPr>
                  <p:cNvPr id="164" name="Connecteur droit avec flèche 44">
                    <a:extLst>
                      <a:ext uri="{FF2B5EF4-FFF2-40B4-BE49-F238E27FC236}">
                        <a16:creationId xmlns:a16="http://schemas.microsoft.com/office/drawing/2014/main" id="{C57D6D66-69CD-4A1A-A0FE-D276E431C341}"/>
                      </a:ext>
                    </a:extLst>
                  </p:cNvPr>
                  <p:cNvCxnSpPr>
                    <a:cxnSpLocks/>
                  </p:cNvCxnSpPr>
                  <p:nvPr/>
                </p:nvCxnSpPr>
                <p:spPr>
                  <a:xfrm flipV="1">
                    <a:off x="10658846" y="2139319"/>
                    <a:ext cx="0" cy="5012741"/>
                  </a:xfrm>
                  <a:prstGeom prst="straightConnector1">
                    <a:avLst/>
                  </a:prstGeom>
                  <a:ln w="28575">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167" name="TextBox 166">
                    <a:extLst>
                      <a:ext uri="{FF2B5EF4-FFF2-40B4-BE49-F238E27FC236}">
                        <a16:creationId xmlns:a16="http://schemas.microsoft.com/office/drawing/2014/main" id="{B7A44260-28E2-43B2-8D30-A999CC198E97}"/>
                      </a:ext>
                    </a:extLst>
                  </p:cNvPr>
                  <p:cNvSpPr txBox="1"/>
                  <p:nvPr/>
                </p:nvSpPr>
                <p:spPr>
                  <a:xfrm>
                    <a:off x="9945583" y="3114826"/>
                    <a:ext cx="818347" cy="397849"/>
                  </a:xfrm>
                  <a:prstGeom prst="rect">
                    <a:avLst/>
                  </a:prstGeom>
                  <a:noFill/>
                </p:spPr>
                <p:txBody>
                  <a:bodyPr wrap="square" rtlCol="0" anchor="ctr">
                    <a:spAutoFit/>
                  </a:bodyPr>
                  <a:lstStyle/>
                  <a:p>
                    <a:pPr algn="ctr"/>
                    <a:r>
                      <a:rPr lang="fr-CA" sz="1600" b="1" dirty="0"/>
                      <a:t>2012</a:t>
                    </a:r>
                    <a:endParaRPr lang="en-GB" sz="1600" b="1" dirty="0"/>
                  </a:p>
                </p:txBody>
              </p:sp>
              <p:cxnSp>
                <p:nvCxnSpPr>
                  <p:cNvPr id="168" name="Connecteur droit avec flèche 44">
                    <a:extLst>
                      <a:ext uri="{FF2B5EF4-FFF2-40B4-BE49-F238E27FC236}">
                        <a16:creationId xmlns:a16="http://schemas.microsoft.com/office/drawing/2014/main" id="{3C020577-CE76-4763-8CB4-F21813301F32}"/>
                      </a:ext>
                    </a:extLst>
                  </p:cNvPr>
                  <p:cNvCxnSpPr>
                    <a:cxnSpLocks/>
                  </p:cNvCxnSpPr>
                  <p:nvPr/>
                </p:nvCxnSpPr>
                <p:spPr>
                  <a:xfrm>
                    <a:off x="10586939" y="3313750"/>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75" name="TextBox 174">
                    <a:extLst>
                      <a:ext uri="{FF2B5EF4-FFF2-40B4-BE49-F238E27FC236}">
                        <a16:creationId xmlns:a16="http://schemas.microsoft.com/office/drawing/2014/main" id="{DFE8593E-2252-41D8-AD4B-DDC0DDB16FB9}"/>
                      </a:ext>
                    </a:extLst>
                  </p:cNvPr>
                  <p:cNvSpPr txBox="1"/>
                  <p:nvPr/>
                </p:nvSpPr>
                <p:spPr>
                  <a:xfrm>
                    <a:off x="9945583" y="4091555"/>
                    <a:ext cx="818347" cy="397849"/>
                  </a:xfrm>
                  <a:prstGeom prst="rect">
                    <a:avLst/>
                  </a:prstGeom>
                  <a:noFill/>
                </p:spPr>
                <p:txBody>
                  <a:bodyPr wrap="square" rtlCol="0" anchor="ctr">
                    <a:spAutoFit/>
                  </a:bodyPr>
                  <a:lstStyle/>
                  <a:p>
                    <a:pPr algn="ctr"/>
                    <a:r>
                      <a:rPr lang="fr-CA" sz="1600" b="1" dirty="0"/>
                      <a:t>2005</a:t>
                    </a:r>
                    <a:endParaRPr lang="en-GB" sz="1600" b="1" dirty="0"/>
                  </a:p>
                </p:txBody>
              </p:sp>
              <p:cxnSp>
                <p:nvCxnSpPr>
                  <p:cNvPr id="176" name="Connecteur droit avec flèche 44">
                    <a:extLst>
                      <a:ext uri="{FF2B5EF4-FFF2-40B4-BE49-F238E27FC236}">
                        <a16:creationId xmlns:a16="http://schemas.microsoft.com/office/drawing/2014/main" id="{946D49AF-1CF2-44D9-BD0E-807C4B2E3C04}"/>
                      </a:ext>
                    </a:extLst>
                  </p:cNvPr>
                  <p:cNvCxnSpPr>
                    <a:cxnSpLocks/>
                  </p:cNvCxnSpPr>
                  <p:nvPr/>
                </p:nvCxnSpPr>
                <p:spPr>
                  <a:xfrm>
                    <a:off x="10586939" y="4295168"/>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83" name="TextBox 182">
                    <a:extLst>
                      <a:ext uri="{FF2B5EF4-FFF2-40B4-BE49-F238E27FC236}">
                        <a16:creationId xmlns:a16="http://schemas.microsoft.com/office/drawing/2014/main" id="{46CAECC2-8A6F-41BF-A123-2179603DC039}"/>
                      </a:ext>
                    </a:extLst>
                  </p:cNvPr>
                  <p:cNvSpPr txBox="1"/>
                  <p:nvPr/>
                </p:nvSpPr>
                <p:spPr>
                  <a:xfrm>
                    <a:off x="9945583" y="6064443"/>
                    <a:ext cx="818347" cy="397849"/>
                  </a:xfrm>
                  <a:prstGeom prst="rect">
                    <a:avLst/>
                  </a:prstGeom>
                  <a:noFill/>
                </p:spPr>
                <p:txBody>
                  <a:bodyPr wrap="square" rtlCol="0" anchor="ctr">
                    <a:spAutoFit/>
                  </a:bodyPr>
                  <a:lstStyle/>
                  <a:p>
                    <a:pPr algn="ctr"/>
                    <a:r>
                      <a:rPr lang="fr-CA" sz="1600" b="1" dirty="0"/>
                      <a:t>1990</a:t>
                    </a:r>
                    <a:endParaRPr lang="en-GB" sz="1600" b="1" dirty="0"/>
                  </a:p>
                </p:txBody>
              </p:sp>
              <p:cxnSp>
                <p:nvCxnSpPr>
                  <p:cNvPr id="184" name="Connecteur droit avec flèche 44">
                    <a:extLst>
                      <a:ext uri="{FF2B5EF4-FFF2-40B4-BE49-F238E27FC236}">
                        <a16:creationId xmlns:a16="http://schemas.microsoft.com/office/drawing/2014/main" id="{AA11B57A-39DF-47C2-8E6E-6E0F3652E26D}"/>
                      </a:ext>
                    </a:extLst>
                  </p:cNvPr>
                  <p:cNvCxnSpPr>
                    <a:cxnSpLocks/>
                  </p:cNvCxnSpPr>
                  <p:nvPr/>
                </p:nvCxnSpPr>
                <p:spPr>
                  <a:xfrm>
                    <a:off x="10586939" y="6263367"/>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86" name="Group 185">
                    <a:extLst>
                      <a:ext uri="{FF2B5EF4-FFF2-40B4-BE49-F238E27FC236}">
                        <a16:creationId xmlns:a16="http://schemas.microsoft.com/office/drawing/2014/main" id="{49CDC41D-C2BB-46D2-AB11-931A35B37557}"/>
                      </a:ext>
                    </a:extLst>
                  </p:cNvPr>
                  <p:cNvGrpSpPr/>
                  <p:nvPr/>
                </p:nvGrpSpPr>
                <p:grpSpPr>
                  <a:xfrm>
                    <a:off x="10735944" y="2273721"/>
                    <a:ext cx="280629" cy="4795554"/>
                    <a:chOff x="8374011" y="1222492"/>
                    <a:chExt cx="287326" cy="4871631"/>
                  </a:xfrm>
                </p:grpSpPr>
                <p:sp>
                  <p:nvSpPr>
                    <p:cNvPr id="192" name="Rectangle 191">
                      <a:extLst>
                        <a:ext uri="{FF2B5EF4-FFF2-40B4-BE49-F238E27FC236}">
                          <a16:creationId xmlns:a16="http://schemas.microsoft.com/office/drawing/2014/main" id="{1807DD37-C5AF-419B-8E56-00D2D1AD34B2}"/>
                        </a:ext>
                      </a:extLst>
                    </p:cNvPr>
                    <p:cNvSpPr/>
                    <p:nvPr/>
                  </p:nvSpPr>
                  <p:spPr>
                    <a:xfrm>
                      <a:off x="8374011" y="3281220"/>
                      <a:ext cx="287326" cy="2812903"/>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3" name="Rectangle 192">
                      <a:extLst>
                        <a:ext uri="{FF2B5EF4-FFF2-40B4-BE49-F238E27FC236}">
                          <a16:creationId xmlns:a16="http://schemas.microsoft.com/office/drawing/2014/main" id="{D5020F91-9347-48D5-A350-BCA7DB683730}"/>
                        </a:ext>
                      </a:extLst>
                    </p:cNvPr>
                    <p:cNvSpPr/>
                    <p:nvPr/>
                  </p:nvSpPr>
                  <p:spPr>
                    <a:xfrm>
                      <a:off x="8374011" y="2286368"/>
                      <a:ext cx="146459" cy="2299353"/>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4" name="Rectangle 193">
                      <a:extLst>
                        <a:ext uri="{FF2B5EF4-FFF2-40B4-BE49-F238E27FC236}">
                          <a16:creationId xmlns:a16="http://schemas.microsoft.com/office/drawing/2014/main" id="{1015FEBA-4A20-41AD-A0A2-9A4D3BB38918}"/>
                        </a:ext>
                      </a:extLst>
                    </p:cNvPr>
                    <p:cNvSpPr/>
                    <p:nvPr/>
                  </p:nvSpPr>
                  <p:spPr>
                    <a:xfrm>
                      <a:off x="8374011" y="1222492"/>
                      <a:ext cx="146459"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5" name="Rectangle 194">
                      <a:extLst>
                        <a:ext uri="{FF2B5EF4-FFF2-40B4-BE49-F238E27FC236}">
                          <a16:creationId xmlns:a16="http://schemas.microsoft.com/office/drawing/2014/main" id="{922C8AB8-94DB-4477-8CC3-7327C92DFEFB}"/>
                        </a:ext>
                      </a:extLst>
                    </p:cNvPr>
                    <p:cNvSpPr/>
                    <p:nvPr/>
                  </p:nvSpPr>
                  <p:spPr>
                    <a:xfrm>
                      <a:off x="8520470" y="2286368"/>
                      <a:ext cx="136525" cy="2299353"/>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6" name="Rectangle 195">
                      <a:extLst>
                        <a:ext uri="{FF2B5EF4-FFF2-40B4-BE49-F238E27FC236}">
                          <a16:creationId xmlns:a16="http://schemas.microsoft.com/office/drawing/2014/main" id="{06CF65E0-3532-4337-8594-6EC81E3967F2}"/>
                        </a:ext>
                      </a:extLst>
                    </p:cNvPr>
                    <p:cNvSpPr/>
                    <p:nvPr/>
                  </p:nvSpPr>
                  <p:spPr>
                    <a:xfrm>
                      <a:off x="8520470" y="1222492"/>
                      <a:ext cx="136525" cy="1048468"/>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159" name="Straight Connector 158">
                    <a:extLst>
                      <a:ext uri="{FF2B5EF4-FFF2-40B4-BE49-F238E27FC236}">
                        <a16:creationId xmlns:a16="http://schemas.microsoft.com/office/drawing/2014/main" id="{3FCA5181-B011-401F-8CB2-17C6095D21E5}"/>
                      </a:ext>
                    </a:extLst>
                  </p:cNvPr>
                  <p:cNvCxnSpPr>
                    <a:cxnSpLocks/>
                  </p:cNvCxnSpPr>
                  <p:nvPr/>
                </p:nvCxnSpPr>
                <p:spPr>
                  <a:xfrm>
                    <a:off x="10740919" y="3314211"/>
                    <a:ext cx="2733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a:extLst>
                      <a:ext uri="{FF2B5EF4-FFF2-40B4-BE49-F238E27FC236}">
                        <a16:creationId xmlns:a16="http://schemas.microsoft.com/office/drawing/2014/main" id="{2458026C-E8CE-4935-8F69-0DE6CD6EEA5E}"/>
                      </a:ext>
                    </a:extLst>
                  </p:cNvPr>
                  <p:cNvCxnSpPr>
                    <a:cxnSpLocks/>
                  </p:cNvCxnSpPr>
                  <p:nvPr/>
                </p:nvCxnSpPr>
                <p:spPr>
                  <a:xfrm>
                    <a:off x="10736953" y="4295169"/>
                    <a:ext cx="2812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8547CA81-03F2-4D9C-9082-D6311EA02C61}"/>
                      </a:ext>
                    </a:extLst>
                  </p:cNvPr>
                  <p:cNvCxnSpPr>
                    <a:cxnSpLocks/>
                  </p:cNvCxnSpPr>
                  <p:nvPr/>
                </p:nvCxnSpPr>
                <p:spPr>
                  <a:xfrm>
                    <a:off x="10736953" y="6248971"/>
                    <a:ext cx="2812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7" name="Straight Connector 316">
                  <a:extLst>
                    <a:ext uri="{FF2B5EF4-FFF2-40B4-BE49-F238E27FC236}">
                      <a16:creationId xmlns:a16="http://schemas.microsoft.com/office/drawing/2014/main" id="{16813AFC-2287-4C31-9977-163710D2C232}"/>
                    </a:ext>
                  </a:extLst>
                </p:cNvPr>
                <p:cNvCxnSpPr>
                  <a:cxnSpLocks/>
                </p:cNvCxnSpPr>
                <p:nvPr/>
              </p:nvCxnSpPr>
              <p:spPr>
                <a:xfrm>
                  <a:off x="10959499" y="2550187"/>
                  <a:ext cx="2733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Connecteur droit avec flèche 44">
                  <a:extLst>
                    <a:ext uri="{FF2B5EF4-FFF2-40B4-BE49-F238E27FC236}">
                      <a16:creationId xmlns:a16="http://schemas.microsoft.com/office/drawing/2014/main" id="{0FAE1C3B-3503-4E7D-9036-816A9B12C8AF}"/>
                    </a:ext>
                  </a:extLst>
                </p:cNvPr>
                <p:cNvCxnSpPr>
                  <a:cxnSpLocks/>
                </p:cNvCxnSpPr>
                <p:nvPr/>
              </p:nvCxnSpPr>
              <p:spPr>
                <a:xfrm>
                  <a:off x="10785679" y="5362084"/>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27" name="TextBox 326">
                  <a:extLst>
                    <a:ext uri="{FF2B5EF4-FFF2-40B4-BE49-F238E27FC236}">
                      <a16:creationId xmlns:a16="http://schemas.microsoft.com/office/drawing/2014/main" id="{045A705A-9A7C-4519-8011-DF85B0A8D4A0}"/>
                    </a:ext>
                  </a:extLst>
                </p:cNvPr>
                <p:cNvSpPr txBox="1"/>
                <p:nvPr/>
              </p:nvSpPr>
              <p:spPr>
                <a:xfrm>
                  <a:off x="10170513" y="6455259"/>
                  <a:ext cx="818347" cy="338554"/>
                </a:xfrm>
                <a:prstGeom prst="rect">
                  <a:avLst/>
                </a:prstGeom>
                <a:noFill/>
              </p:spPr>
              <p:txBody>
                <a:bodyPr wrap="square" rtlCol="0" anchor="ctr">
                  <a:spAutoFit/>
                </a:bodyPr>
                <a:lstStyle/>
                <a:p>
                  <a:pPr algn="ctr"/>
                  <a:r>
                    <a:rPr lang="fr-CA" sz="1600" b="1" dirty="0"/>
                    <a:t>1970</a:t>
                  </a:r>
                  <a:endParaRPr lang="en-GB" sz="1600" b="1" dirty="0"/>
                </a:p>
              </p:txBody>
            </p:sp>
            <p:cxnSp>
              <p:nvCxnSpPr>
                <p:cNvPr id="328" name="Connecteur droit avec flèche 44">
                  <a:extLst>
                    <a:ext uri="{FF2B5EF4-FFF2-40B4-BE49-F238E27FC236}">
                      <a16:creationId xmlns:a16="http://schemas.microsoft.com/office/drawing/2014/main" id="{709B38B0-0D79-413B-A5F5-22B93B5C8F57}"/>
                    </a:ext>
                  </a:extLst>
                </p:cNvPr>
                <p:cNvCxnSpPr>
                  <a:cxnSpLocks/>
                </p:cNvCxnSpPr>
                <p:nvPr/>
              </p:nvCxnSpPr>
              <p:spPr>
                <a:xfrm>
                  <a:off x="10811869" y="6625632"/>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29" name="TextBox 328">
                  <a:extLst>
                    <a:ext uri="{FF2B5EF4-FFF2-40B4-BE49-F238E27FC236}">
                      <a16:creationId xmlns:a16="http://schemas.microsoft.com/office/drawing/2014/main" id="{6DEA03B5-70C0-472D-AA8F-CE4CBF60D066}"/>
                    </a:ext>
                  </a:extLst>
                </p:cNvPr>
                <p:cNvSpPr txBox="1"/>
                <p:nvPr/>
              </p:nvSpPr>
              <p:spPr>
                <a:xfrm>
                  <a:off x="10170513" y="6224436"/>
                  <a:ext cx="818347" cy="338554"/>
                </a:xfrm>
                <a:prstGeom prst="rect">
                  <a:avLst/>
                </a:prstGeom>
                <a:noFill/>
              </p:spPr>
              <p:txBody>
                <a:bodyPr wrap="square" rtlCol="0">
                  <a:spAutoFit/>
                </a:bodyPr>
                <a:lstStyle/>
                <a:p>
                  <a:pPr algn="ctr"/>
                  <a:r>
                    <a:rPr lang="fr-CA" sz="1600" b="1" dirty="0"/>
                    <a:t>…</a:t>
                  </a:r>
                  <a:endParaRPr lang="en-GB" sz="1600" b="1" dirty="0"/>
                </a:p>
              </p:txBody>
            </p:sp>
            <p:cxnSp>
              <p:nvCxnSpPr>
                <p:cNvPr id="331" name="Straight Connector 330">
                  <a:extLst>
                    <a:ext uri="{FF2B5EF4-FFF2-40B4-BE49-F238E27FC236}">
                      <a16:creationId xmlns:a16="http://schemas.microsoft.com/office/drawing/2014/main" id="{DA8BFD5B-7514-4A91-A8E9-DB08E61B8B1C}"/>
                    </a:ext>
                  </a:extLst>
                </p:cNvPr>
                <p:cNvCxnSpPr>
                  <a:cxnSpLocks/>
                </p:cNvCxnSpPr>
                <p:nvPr/>
              </p:nvCxnSpPr>
              <p:spPr>
                <a:xfrm>
                  <a:off x="10955533" y="6625628"/>
                  <a:ext cx="281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36" name="TextBox 335">
                  <a:extLst>
                    <a:ext uri="{FF2B5EF4-FFF2-40B4-BE49-F238E27FC236}">
                      <a16:creationId xmlns:a16="http://schemas.microsoft.com/office/drawing/2014/main" id="{94A32DFA-F471-4794-A39E-AB5C2E962465}"/>
                    </a:ext>
                  </a:extLst>
                </p:cNvPr>
                <p:cNvSpPr txBox="1"/>
                <p:nvPr/>
              </p:nvSpPr>
              <p:spPr>
                <a:xfrm>
                  <a:off x="10153847" y="5200083"/>
                  <a:ext cx="818347" cy="338554"/>
                </a:xfrm>
                <a:prstGeom prst="rect">
                  <a:avLst/>
                </a:prstGeom>
                <a:noFill/>
              </p:spPr>
              <p:txBody>
                <a:bodyPr wrap="square" rtlCol="0" anchor="ctr">
                  <a:spAutoFit/>
                </a:bodyPr>
                <a:lstStyle/>
                <a:p>
                  <a:pPr algn="ctr"/>
                  <a:r>
                    <a:rPr lang="fr-CA" sz="1600" b="1" dirty="0"/>
                    <a:t>1996</a:t>
                  </a:r>
                  <a:endParaRPr lang="en-GB" sz="1600" b="1" dirty="0"/>
                </a:p>
              </p:txBody>
            </p:sp>
            <p:cxnSp>
              <p:nvCxnSpPr>
                <p:cNvPr id="337" name="Straight Connector 336">
                  <a:extLst>
                    <a:ext uri="{FF2B5EF4-FFF2-40B4-BE49-F238E27FC236}">
                      <a16:creationId xmlns:a16="http://schemas.microsoft.com/office/drawing/2014/main" id="{7526B802-D4B8-4563-9520-F65DCCFC270A}"/>
                    </a:ext>
                  </a:extLst>
                </p:cNvPr>
                <p:cNvCxnSpPr>
                  <a:cxnSpLocks/>
                </p:cNvCxnSpPr>
                <p:nvPr/>
              </p:nvCxnSpPr>
              <p:spPr>
                <a:xfrm>
                  <a:off x="10956925" y="5362083"/>
                  <a:ext cx="281287"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38" name="TextBox 337">
                  <a:extLst>
                    <a:ext uri="{FF2B5EF4-FFF2-40B4-BE49-F238E27FC236}">
                      <a16:creationId xmlns:a16="http://schemas.microsoft.com/office/drawing/2014/main" id="{B3CED413-F6E7-4410-B707-43A85AC87F66}"/>
                    </a:ext>
                  </a:extLst>
                </p:cNvPr>
                <p:cNvSpPr txBox="1"/>
                <p:nvPr/>
              </p:nvSpPr>
              <p:spPr>
                <a:xfrm>
                  <a:off x="10170513" y="2460448"/>
                  <a:ext cx="818347" cy="338554"/>
                </a:xfrm>
                <a:prstGeom prst="rect">
                  <a:avLst/>
                </a:prstGeom>
                <a:noFill/>
              </p:spPr>
              <p:txBody>
                <a:bodyPr wrap="square" rtlCol="0" anchor="ctr">
                  <a:spAutoFit/>
                </a:bodyPr>
                <a:lstStyle/>
                <a:p>
                  <a:pPr algn="ctr"/>
                  <a:r>
                    <a:rPr lang="fr-CA" sz="1600" b="1" dirty="0"/>
                    <a:t>2019</a:t>
                  </a:r>
                  <a:endParaRPr lang="en-GB" sz="1600" b="1" dirty="0"/>
                </a:p>
              </p:txBody>
            </p:sp>
            <p:cxnSp>
              <p:nvCxnSpPr>
                <p:cNvPr id="339" name="Connecteur droit avec flèche 44">
                  <a:extLst>
                    <a:ext uri="{FF2B5EF4-FFF2-40B4-BE49-F238E27FC236}">
                      <a16:creationId xmlns:a16="http://schemas.microsoft.com/office/drawing/2014/main" id="{C6429006-96B7-4BFD-9DBC-D95F033F6070}"/>
                    </a:ext>
                  </a:extLst>
                </p:cNvPr>
                <p:cNvCxnSpPr>
                  <a:cxnSpLocks/>
                </p:cNvCxnSpPr>
                <p:nvPr/>
              </p:nvCxnSpPr>
              <p:spPr>
                <a:xfrm>
                  <a:off x="10811869" y="2629724"/>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340" name="TextBox 339">
                <a:extLst>
                  <a:ext uri="{FF2B5EF4-FFF2-40B4-BE49-F238E27FC236}">
                    <a16:creationId xmlns:a16="http://schemas.microsoft.com/office/drawing/2014/main" id="{7C48A519-0C1F-446B-9688-914794AECD96}"/>
                  </a:ext>
                </a:extLst>
              </p:cNvPr>
              <p:cNvSpPr txBox="1"/>
              <p:nvPr/>
            </p:nvSpPr>
            <p:spPr>
              <a:xfrm>
                <a:off x="10917973" y="6427054"/>
                <a:ext cx="764873" cy="338553"/>
              </a:xfrm>
              <a:prstGeom prst="rect">
                <a:avLst/>
              </a:prstGeom>
              <a:noFill/>
            </p:spPr>
            <p:txBody>
              <a:bodyPr wrap="square" rtlCol="0">
                <a:spAutoFit/>
              </a:bodyPr>
              <a:lstStyle/>
              <a:p>
                <a:pPr algn="ctr"/>
                <a:r>
                  <a:rPr lang="fr-CA" sz="1600" dirty="0" err="1"/>
                  <a:t>origin</a:t>
                </a:r>
                <a:endParaRPr lang="en-GB" sz="1600" dirty="0"/>
              </a:p>
            </p:txBody>
          </p:sp>
          <p:sp>
            <p:nvSpPr>
              <p:cNvPr id="342" name="TextBox 341">
                <a:extLst>
                  <a:ext uri="{FF2B5EF4-FFF2-40B4-BE49-F238E27FC236}">
                    <a16:creationId xmlns:a16="http://schemas.microsoft.com/office/drawing/2014/main" id="{C4AEEEC7-4AAC-44E3-9D21-46E4553330E2}"/>
                  </a:ext>
                </a:extLst>
              </p:cNvPr>
              <p:cNvSpPr txBox="1"/>
              <p:nvPr/>
            </p:nvSpPr>
            <p:spPr>
              <a:xfrm>
                <a:off x="10917973" y="5178920"/>
                <a:ext cx="764873" cy="338553"/>
              </a:xfrm>
              <a:prstGeom prst="rect">
                <a:avLst/>
              </a:prstGeom>
              <a:noFill/>
            </p:spPr>
            <p:txBody>
              <a:bodyPr wrap="square" rtlCol="0">
                <a:spAutoFit/>
              </a:bodyPr>
              <a:lstStyle/>
              <a:p>
                <a:pPr algn="ctr"/>
                <a:r>
                  <a:rPr lang="fr-CA" sz="1600" dirty="0" err="1"/>
                  <a:t>origin</a:t>
                </a:r>
                <a:endParaRPr lang="en-GB" sz="1600" dirty="0"/>
              </a:p>
            </p:txBody>
          </p:sp>
          <p:sp>
            <p:nvSpPr>
              <p:cNvPr id="343" name="TextBox 342">
                <a:extLst>
                  <a:ext uri="{FF2B5EF4-FFF2-40B4-BE49-F238E27FC236}">
                    <a16:creationId xmlns:a16="http://schemas.microsoft.com/office/drawing/2014/main" id="{27B2893F-0366-4E7F-828F-D17BC3DD9017}"/>
                  </a:ext>
                </a:extLst>
              </p:cNvPr>
              <p:cNvSpPr txBox="1"/>
              <p:nvPr/>
            </p:nvSpPr>
            <p:spPr>
              <a:xfrm>
                <a:off x="10917973" y="4100351"/>
                <a:ext cx="1129003" cy="338554"/>
              </a:xfrm>
              <a:prstGeom prst="rect">
                <a:avLst/>
              </a:prstGeom>
              <a:noFill/>
            </p:spPr>
            <p:txBody>
              <a:bodyPr wrap="square" rtlCol="0">
                <a:spAutoFit/>
              </a:bodyPr>
              <a:lstStyle/>
              <a:p>
                <a:pPr algn="ctr"/>
                <a:r>
                  <a:rPr lang="fr-CA" sz="1600" dirty="0"/>
                  <a:t>photo </a:t>
                </a:r>
                <a:r>
                  <a:rPr lang="fr-CA" sz="1600" dirty="0" err="1"/>
                  <a:t>year</a:t>
                </a:r>
                <a:endParaRPr lang="en-GB" sz="1600" dirty="0"/>
              </a:p>
            </p:txBody>
          </p:sp>
          <p:sp>
            <p:nvSpPr>
              <p:cNvPr id="344" name="TextBox 343">
                <a:extLst>
                  <a:ext uri="{FF2B5EF4-FFF2-40B4-BE49-F238E27FC236}">
                    <a16:creationId xmlns:a16="http://schemas.microsoft.com/office/drawing/2014/main" id="{3DCE8614-569C-42C7-8DE7-8FD9DED5A8C2}"/>
                  </a:ext>
                </a:extLst>
              </p:cNvPr>
              <p:cNvSpPr txBox="1"/>
              <p:nvPr/>
            </p:nvSpPr>
            <p:spPr>
              <a:xfrm>
                <a:off x="10917973" y="3251755"/>
                <a:ext cx="1129003" cy="338554"/>
              </a:xfrm>
              <a:prstGeom prst="rect">
                <a:avLst/>
              </a:prstGeom>
              <a:noFill/>
            </p:spPr>
            <p:txBody>
              <a:bodyPr wrap="square" rtlCol="0">
                <a:spAutoFit/>
              </a:bodyPr>
              <a:lstStyle/>
              <a:p>
                <a:pPr algn="ctr"/>
                <a:r>
                  <a:rPr lang="fr-CA" sz="1600" dirty="0"/>
                  <a:t>photo </a:t>
                </a:r>
                <a:r>
                  <a:rPr lang="fr-CA" sz="1600" dirty="0" err="1"/>
                  <a:t>year</a:t>
                </a:r>
                <a:endParaRPr lang="en-GB" sz="1600" dirty="0"/>
              </a:p>
            </p:txBody>
          </p:sp>
          <p:sp>
            <p:nvSpPr>
              <p:cNvPr id="345" name="TextBox 344">
                <a:extLst>
                  <a:ext uri="{FF2B5EF4-FFF2-40B4-BE49-F238E27FC236}">
                    <a16:creationId xmlns:a16="http://schemas.microsoft.com/office/drawing/2014/main" id="{A0F5ECC2-2603-4861-AC68-095B4482EE3F}"/>
                  </a:ext>
                </a:extLst>
              </p:cNvPr>
              <p:cNvSpPr txBox="1"/>
              <p:nvPr/>
            </p:nvSpPr>
            <p:spPr>
              <a:xfrm>
                <a:off x="10917973" y="2410972"/>
                <a:ext cx="1129003" cy="338554"/>
              </a:xfrm>
              <a:prstGeom prst="rect">
                <a:avLst/>
              </a:prstGeom>
              <a:noFill/>
            </p:spPr>
            <p:txBody>
              <a:bodyPr wrap="square" rtlCol="0">
                <a:spAutoFit/>
              </a:bodyPr>
              <a:lstStyle/>
              <a:p>
                <a:pPr algn="ctr"/>
                <a:r>
                  <a:rPr lang="fr-CA" sz="1600" dirty="0"/>
                  <a:t>photo </a:t>
                </a:r>
                <a:r>
                  <a:rPr lang="fr-CA" sz="1600" dirty="0" err="1"/>
                  <a:t>year</a:t>
                </a:r>
                <a:endParaRPr lang="en-GB" sz="1600" dirty="0"/>
              </a:p>
            </p:txBody>
          </p:sp>
          <p:sp>
            <p:nvSpPr>
              <p:cNvPr id="346" name="TextBox 345">
                <a:extLst>
                  <a:ext uri="{FF2B5EF4-FFF2-40B4-BE49-F238E27FC236}">
                    <a16:creationId xmlns:a16="http://schemas.microsoft.com/office/drawing/2014/main" id="{AFEB18FA-976D-4472-8E12-89B4C46EF51B}"/>
                  </a:ext>
                </a:extLst>
              </p:cNvPr>
              <p:cNvSpPr txBox="1"/>
              <p:nvPr/>
            </p:nvSpPr>
            <p:spPr>
              <a:xfrm>
                <a:off x="10917973" y="5752306"/>
                <a:ext cx="1129003" cy="338554"/>
              </a:xfrm>
              <a:prstGeom prst="rect">
                <a:avLst/>
              </a:prstGeom>
              <a:noFill/>
            </p:spPr>
            <p:txBody>
              <a:bodyPr wrap="square" rtlCol="0">
                <a:spAutoFit/>
              </a:bodyPr>
              <a:lstStyle/>
              <a:p>
                <a:pPr algn="ctr"/>
                <a:r>
                  <a:rPr lang="fr-CA" sz="1600" dirty="0"/>
                  <a:t>photo </a:t>
                </a:r>
                <a:r>
                  <a:rPr lang="fr-CA" sz="1600" dirty="0" err="1"/>
                  <a:t>year</a:t>
                </a:r>
                <a:endParaRPr lang="en-GB" sz="1600" dirty="0"/>
              </a:p>
            </p:txBody>
          </p:sp>
        </p:grpSp>
      </p:grpSp>
      <p:grpSp>
        <p:nvGrpSpPr>
          <p:cNvPr id="13" name="Group 12">
            <a:extLst>
              <a:ext uri="{FF2B5EF4-FFF2-40B4-BE49-F238E27FC236}">
                <a16:creationId xmlns:a16="http://schemas.microsoft.com/office/drawing/2014/main" id="{A3D74FD1-5006-46BC-8474-2C2CEB1FDA33}"/>
              </a:ext>
            </a:extLst>
          </p:cNvPr>
          <p:cNvGrpSpPr/>
          <p:nvPr/>
        </p:nvGrpSpPr>
        <p:grpSpPr>
          <a:xfrm>
            <a:off x="7116839" y="1472347"/>
            <a:ext cx="2837536" cy="5346737"/>
            <a:chOff x="7116839" y="1472347"/>
            <a:chExt cx="2837536" cy="5346737"/>
          </a:xfrm>
        </p:grpSpPr>
        <p:sp>
          <p:nvSpPr>
            <p:cNvPr id="155" name="TextBox 154">
              <a:extLst>
                <a:ext uri="{FF2B5EF4-FFF2-40B4-BE49-F238E27FC236}">
                  <a16:creationId xmlns:a16="http://schemas.microsoft.com/office/drawing/2014/main" id="{9CD56694-DEAB-4ADD-AAB8-583D710394EE}"/>
                </a:ext>
              </a:extLst>
            </p:cNvPr>
            <p:cNvSpPr txBox="1"/>
            <p:nvPr/>
          </p:nvSpPr>
          <p:spPr>
            <a:xfrm>
              <a:off x="7116839" y="1472347"/>
              <a:ext cx="2837536" cy="830997"/>
            </a:xfrm>
            <a:prstGeom prst="rect">
              <a:avLst/>
            </a:prstGeom>
            <a:noFill/>
          </p:spPr>
          <p:txBody>
            <a:bodyPr wrap="square" rtlCol="0">
              <a:spAutoFit/>
            </a:bodyPr>
            <a:lstStyle/>
            <a:p>
              <a:pPr algn="ctr"/>
              <a:r>
                <a:rPr lang="fr-CA" sz="1600" b="1" dirty="0"/>
                <a:t>2 – Temporal consolidation of </a:t>
              </a:r>
              <a:br>
                <a:rPr lang="fr-CA" sz="1600" b="1" dirty="0"/>
              </a:br>
              <a:r>
                <a:rPr lang="fr-CA" sz="1600" b="1" dirty="0" err="1"/>
                <a:t>origin</a:t>
              </a:r>
              <a:r>
                <a:rPr lang="fr-CA" sz="1600" b="1" dirty="0"/>
                <a:t> and </a:t>
              </a:r>
              <a:r>
                <a:rPr lang="fr-CA" sz="1600" b="1" dirty="0" err="1"/>
                <a:t>disturbance</a:t>
              </a:r>
              <a:r>
                <a:rPr lang="fr-CA" sz="1600" b="1" dirty="0"/>
                <a:t> </a:t>
              </a:r>
              <a:r>
                <a:rPr lang="fr-CA" sz="1600" b="1" dirty="0" err="1"/>
                <a:t>events</a:t>
              </a:r>
              <a:endParaRPr lang="fr-CA" sz="1600" b="1" dirty="0"/>
            </a:p>
            <a:p>
              <a:pPr algn="ctr"/>
              <a:r>
                <a:rPr lang="fr-CA" sz="1600" b="1" dirty="0"/>
                <a:t>(</a:t>
              </a:r>
              <a:r>
                <a:rPr lang="fr-CA" sz="1600" b="1" dirty="0" err="1"/>
                <a:t>blue</a:t>
              </a:r>
              <a:r>
                <a:rPr lang="fr-CA" sz="1600" b="1" dirty="0"/>
                <a:t> stand </a:t>
              </a:r>
              <a:r>
                <a:rPr lang="fr-CA" sz="1600" b="1" dirty="0" err="1"/>
                <a:t>only</a:t>
              </a:r>
              <a:r>
                <a:rPr lang="fr-CA" sz="1600" b="1" dirty="0"/>
                <a:t>)</a:t>
              </a:r>
              <a:endParaRPr lang="en-GB" sz="1600" b="1" dirty="0"/>
            </a:p>
          </p:txBody>
        </p:sp>
        <p:grpSp>
          <p:nvGrpSpPr>
            <p:cNvPr id="3" name="Group 2">
              <a:extLst>
                <a:ext uri="{FF2B5EF4-FFF2-40B4-BE49-F238E27FC236}">
                  <a16:creationId xmlns:a16="http://schemas.microsoft.com/office/drawing/2014/main" id="{80609350-893B-45BC-B9FB-0DA0CDCB0696}"/>
                </a:ext>
              </a:extLst>
            </p:cNvPr>
            <p:cNvGrpSpPr/>
            <p:nvPr/>
          </p:nvGrpSpPr>
          <p:grpSpPr>
            <a:xfrm>
              <a:off x="7479032" y="2428599"/>
              <a:ext cx="1769388" cy="4390485"/>
              <a:chOff x="7479032" y="2428599"/>
              <a:chExt cx="1769388" cy="4390485"/>
            </a:xfrm>
          </p:grpSpPr>
          <p:sp>
            <p:nvSpPr>
              <p:cNvPr id="269" name="TextBox 268">
                <a:extLst>
                  <a:ext uri="{FF2B5EF4-FFF2-40B4-BE49-F238E27FC236}">
                    <a16:creationId xmlns:a16="http://schemas.microsoft.com/office/drawing/2014/main" id="{CCC64CD6-99DD-489B-A022-2D4B2BFFC153}"/>
                  </a:ext>
                </a:extLst>
              </p:cNvPr>
              <p:cNvSpPr txBox="1"/>
              <p:nvPr/>
            </p:nvSpPr>
            <p:spPr>
              <a:xfrm>
                <a:off x="7479032" y="5386159"/>
                <a:ext cx="818347" cy="338554"/>
              </a:xfrm>
              <a:prstGeom prst="rect">
                <a:avLst/>
              </a:prstGeom>
              <a:noFill/>
            </p:spPr>
            <p:txBody>
              <a:bodyPr wrap="square" rtlCol="0">
                <a:spAutoFit/>
              </a:bodyPr>
              <a:lstStyle/>
              <a:p>
                <a:pPr algn="ctr"/>
                <a:r>
                  <a:rPr lang="fr-CA" sz="1600" b="1" dirty="0"/>
                  <a:t>1995</a:t>
                </a:r>
                <a:endParaRPr lang="en-GB" sz="1600" b="1" dirty="0"/>
              </a:p>
            </p:txBody>
          </p:sp>
          <p:sp>
            <p:nvSpPr>
              <p:cNvPr id="282" name="TextBox 281">
                <a:extLst>
                  <a:ext uri="{FF2B5EF4-FFF2-40B4-BE49-F238E27FC236}">
                    <a16:creationId xmlns:a16="http://schemas.microsoft.com/office/drawing/2014/main" id="{7F55DDF2-9EA3-4CA1-A87D-21C0C9074287}"/>
                  </a:ext>
                </a:extLst>
              </p:cNvPr>
              <p:cNvSpPr txBox="1"/>
              <p:nvPr/>
            </p:nvSpPr>
            <p:spPr>
              <a:xfrm>
                <a:off x="7479032" y="6480530"/>
                <a:ext cx="818347" cy="338554"/>
              </a:xfrm>
              <a:prstGeom prst="rect">
                <a:avLst/>
              </a:prstGeom>
              <a:noFill/>
            </p:spPr>
            <p:txBody>
              <a:bodyPr wrap="square" rtlCol="0">
                <a:spAutoFit/>
              </a:bodyPr>
              <a:lstStyle/>
              <a:p>
                <a:pPr algn="ctr"/>
                <a:r>
                  <a:rPr lang="fr-CA" sz="1600" b="1" dirty="0"/>
                  <a:t>1970</a:t>
                </a:r>
                <a:endParaRPr lang="en-GB" sz="1600" b="1" dirty="0"/>
              </a:p>
            </p:txBody>
          </p:sp>
          <p:sp>
            <p:nvSpPr>
              <p:cNvPr id="283" name="TextBox 282">
                <a:extLst>
                  <a:ext uri="{FF2B5EF4-FFF2-40B4-BE49-F238E27FC236}">
                    <a16:creationId xmlns:a16="http://schemas.microsoft.com/office/drawing/2014/main" id="{685458DA-D3AE-4D15-A777-8994466E33CF}"/>
                  </a:ext>
                </a:extLst>
              </p:cNvPr>
              <p:cNvSpPr txBox="1"/>
              <p:nvPr/>
            </p:nvSpPr>
            <p:spPr>
              <a:xfrm>
                <a:off x="7479032" y="6248971"/>
                <a:ext cx="818347" cy="338554"/>
              </a:xfrm>
              <a:prstGeom prst="rect">
                <a:avLst/>
              </a:prstGeom>
              <a:noFill/>
            </p:spPr>
            <p:txBody>
              <a:bodyPr wrap="square" rtlCol="0">
                <a:spAutoFit/>
              </a:bodyPr>
              <a:lstStyle/>
              <a:p>
                <a:pPr algn="ctr"/>
                <a:r>
                  <a:rPr lang="fr-CA" sz="1600" b="1" dirty="0"/>
                  <a:t>1971</a:t>
                </a:r>
                <a:endParaRPr lang="en-GB" sz="1600" b="1" dirty="0"/>
              </a:p>
            </p:txBody>
          </p:sp>
          <p:sp>
            <p:nvSpPr>
              <p:cNvPr id="284" name="TextBox 283">
                <a:extLst>
                  <a:ext uri="{FF2B5EF4-FFF2-40B4-BE49-F238E27FC236}">
                    <a16:creationId xmlns:a16="http://schemas.microsoft.com/office/drawing/2014/main" id="{0B933BD3-1CCB-40A0-94A6-3EBB854C9E2A}"/>
                  </a:ext>
                </a:extLst>
              </p:cNvPr>
              <p:cNvSpPr txBox="1"/>
              <p:nvPr/>
            </p:nvSpPr>
            <p:spPr>
              <a:xfrm>
                <a:off x="7479032" y="4090158"/>
                <a:ext cx="818347" cy="338554"/>
              </a:xfrm>
              <a:prstGeom prst="rect">
                <a:avLst/>
              </a:prstGeom>
              <a:noFill/>
            </p:spPr>
            <p:txBody>
              <a:bodyPr wrap="square" rtlCol="0">
                <a:spAutoFit/>
              </a:bodyPr>
              <a:lstStyle/>
              <a:p>
                <a:pPr algn="ctr"/>
                <a:r>
                  <a:rPr lang="fr-CA" sz="1600" b="1" dirty="0"/>
                  <a:t>2005</a:t>
                </a:r>
                <a:endParaRPr lang="en-GB" sz="1600" b="1" dirty="0"/>
              </a:p>
            </p:txBody>
          </p:sp>
          <p:sp>
            <p:nvSpPr>
              <p:cNvPr id="285" name="TextBox 284">
                <a:extLst>
                  <a:ext uri="{FF2B5EF4-FFF2-40B4-BE49-F238E27FC236}">
                    <a16:creationId xmlns:a16="http://schemas.microsoft.com/office/drawing/2014/main" id="{BE9E6BEF-82ED-434C-B932-D0E5DDBF0535}"/>
                  </a:ext>
                </a:extLst>
              </p:cNvPr>
              <p:cNvSpPr txBox="1"/>
              <p:nvPr/>
            </p:nvSpPr>
            <p:spPr>
              <a:xfrm>
                <a:off x="7479032" y="5204030"/>
                <a:ext cx="818347" cy="338554"/>
              </a:xfrm>
              <a:prstGeom prst="rect">
                <a:avLst/>
              </a:prstGeom>
              <a:noFill/>
            </p:spPr>
            <p:txBody>
              <a:bodyPr wrap="square" rtlCol="0">
                <a:spAutoFit/>
              </a:bodyPr>
              <a:lstStyle/>
              <a:p>
                <a:pPr algn="ctr"/>
                <a:r>
                  <a:rPr lang="fr-CA" sz="1600" b="1" dirty="0"/>
                  <a:t>1996</a:t>
                </a:r>
                <a:endParaRPr lang="en-GB" sz="1600" b="1" dirty="0"/>
              </a:p>
            </p:txBody>
          </p:sp>
          <p:sp>
            <p:nvSpPr>
              <p:cNvPr id="287" name="TextBox 286">
                <a:extLst>
                  <a:ext uri="{FF2B5EF4-FFF2-40B4-BE49-F238E27FC236}">
                    <a16:creationId xmlns:a16="http://schemas.microsoft.com/office/drawing/2014/main" id="{776F12E7-DDCE-4733-97EA-BCAF67DC2BFD}"/>
                  </a:ext>
                </a:extLst>
              </p:cNvPr>
              <p:cNvSpPr txBox="1"/>
              <p:nvPr/>
            </p:nvSpPr>
            <p:spPr>
              <a:xfrm>
                <a:off x="8389223" y="6480530"/>
                <a:ext cx="818347" cy="338554"/>
              </a:xfrm>
              <a:prstGeom prst="rect">
                <a:avLst/>
              </a:prstGeom>
              <a:noFill/>
            </p:spPr>
            <p:txBody>
              <a:bodyPr wrap="square" rtlCol="0">
                <a:spAutoFit/>
              </a:bodyPr>
              <a:lstStyle/>
              <a:p>
                <a:pPr algn="ctr"/>
                <a:r>
                  <a:rPr lang="fr-CA" sz="1600" b="1" dirty="0"/>
                  <a:t>1970</a:t>
                </a:r>
                <a:endParaRPr lang="en-GB" sz="1600" b="1" dirty="0"/>
              </a:p>
            </p:txBody>
          </p:sp>
          <p:sp>
            <p:nvSpPr>
              <p:cNvPr id="289" name="TextBox 288">
                <a:extLst>
                  <a:ext uri="{FF2B5EF4-FFF2-40B4-BE49-F238E27FC236}">
                    <a16:creationId xmlns:a16="http://schemas.microsoft.com/office/drawing/2014/main" id="{4DCEFCCF-CB3A-4E2D-A336-A3B726EB5774}"/>
                  </a:ext>
                </a:extLst>
              </p:cNvPr>
              <p:cNvSpPr txBox="1"/>
              <p:nvPr/>
            </p:nvSpPr>
            <p:spPr>
              <a:xfrm>
                <a:off x="8389223" y="4090158"/>
                <a:ext cx="818347" cy="338554"/>
              </a:xfrm>
              <a:prstGeom prst="rect">
                <a:avLst/>
              </a:prstGeom>
              <a:noFill/>
            </p:spPr>
            <p:txBody>
              <a:bodyPr wrap="square" rtlCol="0">
                <a:spAutoFit/>
              </a:bodyPr>
              <a:lstStyle/>
              <a:p>
                <a:pPr algn="ctr"/>
                <a:r>
                  <a:rPr lang="fr-CA" sz="1600" b="1" dirty="0"/>
                  <a:t>2005</a:t>
                </a:r>
                <a:endParaRPr lang="en-GB" sz="1600" b="1" dirty="0"/>
              </a:p>
            </p:txBody>
          </p:sp>
          <p:sp>
            <p:nvSpPr>
              <p:cNvPr id="290" name="TextBox 289">
                <a:extLst>
                  <a:ext uri="{FF2B5EF4-FFF2-40B4-BE49-F238E27FC236}">
                    <a16:creationId xmlns:a16="http://schemas.microsoft.com/office/drawing/2014/main" id="{4D542070-BD2A-45A0-92BE-3E9FB67C6D1D}"/>
                  </a:ext>
                </a:extLst>
              </p:cNvPr>
              <p:cNvSpPr txBox="1"/>
              <p:nvPr/>
            </p:nvSpPr>
            <p:spPr>
              <a:xfrm>
                <a:off x="8389223" y="5204030"/>
                <a:ext cx="818347" cy="338554"/>
              </a:xfrm>
              <a:prstGeom prst="rect">
                <a:avLst/>
              </a:prstGeom>
              <a:noFill/>
            </p:spPr>
            <p:txBody>
              <a:bodyPr wrap="square" rtlCol="0">
                <a:spAutoFit/>
              </a:bodyPr>
              <a:lstStyle/>
              <a:p>
                <a:pPr algn="ctr"/>
                <a:r>
                  <a:rPr lang="fr-CA" sz="1600" b="1" dirty="0"/>
                  <a:t>1996</a:t>
                </a:r>
                <a:endParaRPr lang="en-GB" sz="1600" b="1" dirty="0"/>
              </a:p>
            </p:txBody>
          </p:sp>
          <p:grpSp>
            <p:nvGrpSpPr>
              <p:cNvPr id="295" name="Group 294">
                <a:extLst>
                  <a:ext uri="{FF2B5EF4-FFF2-40B4-BE49-F238E27FC236}">
                    <a16:creationId xmlns:a16="http://schemas.microsoft.com/office/drawing/2014/main" id="{D0D7FE90-8D22-490E-B5F5-96E927E4C320}"/>
                  </a:ext>
                </a:extLst>
              </p:cNvPr>
              <p:cNvGrpSpPr/>
              <p:nvPr/>
            </p:nvGrpSpPr>
            <p:grpSpPr>
              <a:xfrm>
                <a:off x="8114552" y="2428599"/>
                <a:ext cx="80064" cy="4248426"/>
                <a:chOff x="5911807" y="2458680"/>
                <a:chExt cx="80064" cy="4248426"/>
              </a:xfrm>
            </p:grpSpPr>
            <p:cxnSp>
              <p:nvCxnSpPr>
                <p:cNvPr id="296" name="Connecteur droit avec flèche 44">
                  <a:extLst>
                    <a:ext uri="{FF2B5EF4-FFF2-40B4-BE49-F238E27FC236}">
                      <a16:creationId xmlns:a16="http://schemas.microsoft.com/office/drawing/2014/main" id="{A25F146C-27FF-43FB-A623-55CC858BE36E}"/>
                    </a:ext>
                  </a:extLst>
                </p:cNvPr>
                <p:cNvCxnSpPr>
                  <a:cxnSpLocks/>
                </p:cNvCxnSpPr>
                <p:nvPr/>
              </p:nvCxnSpPr>
              <p:spPr>
                <a:xfrm flipV="1">
                  <a:off x="5991871" y="2458680"/>
                  <a:ext cx="0" cy="4248426"/>
                </a:xfrm>
                <a:prstGeom prst="straightConnector1">
                  <a:avLst/>
                </a:prstGeom>
                <a:ln w="28575">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300" name="Connecteur droit avec flèche 44">
                  <a:extLst>
                    <a:ext uri="{FF2B5EF4-FFF2-40B4-BE49-F238E27FC236}">
                      <a16:creationId xmlns:a16="http://schemas.microsoft.com/office/drawing/2014/main" id="{4FA66D4A-A2B1-41F4-A2B4-97E8F4E06D1B}"/>
                    </a:ext>
                  </a:extLst>
                </p:cNvPr>
                <p:cNvCxnSpPr>
                  <a:cxnSpLocks/>
                </p:cNvCxnSpPr>
                <p:nvPr/>
              </p:nvCxnSpPr>
              <p:spPr>
                <a:xfrm>
                  <a:off x="5911807" y="4286617"/>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02" name="Connecteur droit avec flèche 44">
                  <a:extLst>
                    <a:ext uri="{FF2B5EF4-FFF2-40B4-BE49-F238E27FC236}">
                      <a16:creationId xmlns:a16="http://schemas.microsoft.com/office/drawing/2014/main" id="{F9D4235E-5E29-4320-BEA0-33863BF9EEF9}"/>
                    </a:ext>
                  </a:extLst>
                </p:cNvPr>
                <p:cNvCxnSpPr>
                  <a:cxnSpLocks/>
                </p:cNvCxnSpPr>
                <p:nvPr/>
              </p:nvCxnSpPr>
              <p:spPr>
                <a:xfrm>
                  <a:off x="5911807" y="540299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319" name="Group 318">
                <a:extLst>
                  <a:ext uri="{FF2B5EF4-FFF2-40B4-BE49-F238E27FC236}">
                    <a16:creationId xmlns:a16="http://schemas.microsoft.com/office/drawing/2014/main" id="{44F306C6-1423-496E-9278-480D890075A8}"/>
                  </a:ext>
                </a:extLst>
              </p:cNvPr>
              <p:cNvGrpSpPr/>
              <p:nvPr/>
            </p:nvGrpSpPr>
            <p:grpSpPr>
              <a:xfrm>
                <a:off x="9016282" y="2431795"/>
                <a:ext cx="80064" cy="4248426"/>
                <a:chOff x="5911807" y="2458680"/>
                <a:chExt cx="80064" cy="4248426"/>
              </a:xfrm>
            </p:grpSpPr>
            <p:cxnSp>
              <p:nvCxnSpPr>
                <p:cNvPr id="320" name="Connecteur droit avec flèche 44">
                  <a:extLst>
                    <a:ext uri="{FF2B5EF4-FFF2-40B4-BE49-F238E27FC236}">
                      <a16:creationId xmlns:a16="http://schemas.microsoft.com/office/drawing/2014/main" id="{FD728ABE-0EE5-4525-9DEC-B3B8E67C783D}"/>
                    </a:ext>
                  </a:extLst>
                </p:cNvPr>
                <p:cNvCxnSpPr>
                  <a:cxnSpLocks/>
                </p:cNvCxnSpPr>
                <p:nvPr/>
              </p:nvCxnSpPr>
              <p:spPr>
                <a:xfrm flipV="1">
                  <a:off x="5991871" y="2458680"/>
                  <a:ext cx="0" cy="4248426"/>
                </a:xfrm>
                <a:prstGeom prst="straightConnector1">
                  <a:avLst/>
                </a:prstGeom>
                <a:ln w="28575">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324" name="Connecteur droit avec flèche 44">
                  <a:extLst>
                    <a:ext uri="{FF2B5EF4-FFF2-40B4-BE49-F238E27FC236}">
                      <a16:creationId xmlns:a16="http://schemas.microsoft.com/office/drawing/2014/main" id="{35990CB4-4C69-41CB-91A1-C9B1761CCE1A}"/>
                    </a:ext>
                  </a:extLst>
                </p:cNvPr>
                <p:cNvCxnSpPr>
                  <a:cxnSpLocks/>
                </p:cNvCxnSpPr>
                <p:nvPr/>
              </p:nvCxnSpPr>
              <p:spPr>
                <a:xfrm>
                  <a:off x="5911807" y="4286617"/>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26" name="Connecteur droit avec flèche 44">
                  <a:extLst>
                    <a:ext uri="{FF2B5EF4-FFF2-40B4-BE49-F238E27FC236}">
                      <a16:creationId xmlns:a16="http://schemas.microsoft.com/office/drawing/2014/main" id="{EC75C5BA-B08A-4F1F-B8DD-D7E8C6BE03AF}"/>
                    </a:ext>
                  </a:extLst>
                </p:cNvPr>
                <p:cNvCxnSpPr>
                  <a:cxnSpLocks/>
                </p:cNvCxnSpPr>
                <p:nvPr/>
              </p:nvCxnSpPr>
              <p:spPr>
                <a:xfrm>
                  <a:off x="5911807" y="540299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sp>
            <p:nvSpPr>
              <p:cNvPr id="330" name="TextBox 329">
                <a:extLst>
                  <a:ext uri="{FF2B5EF4-FFF2-40B4-BE49-F238E27FC236}">
                    <a16:creationId xmlns:a16="http://schemas.microsoft.com/office/drawing/2014/main" id="{CD34851F-AAE3-4CFB-8517-AF480BED6A4C}"/>
                  </a:ext>
                </a:extLst>
              </p:cNvPr>
              <p:cNvSpPr txBox="1"/>
              <p:nvPr/>
            </p:nvSpPr>
            <p:spPr>
              <a:xfrm>
                <a:off x="8430073" y="6224436"/>
                <a:ext cx="818347" cy="338554"/>
              </a:xfrm>
              <a:prstGeom prst="rect">
                <a:avLst/>
              </a:prstGeom>
              <a:noFill/>
            </p:spPr>
            <p:txBody>
              <a:bodyPr wrap="square" rtlCol="0">
                <a:spAutoFit/>
              </a:bodyPr>
              <a:lstStyle/>
              <a:p>
                <a:pPr algn="ctr"/>
                <a:r>
                  <a:rPr lang="fr-CA" sz="1600" b="1" dirty="0"/>
                  <a:t>…</a:t>
                </a:r>
                <a:endParaRPr lang="en-GB" sz="1600" b="1" dirty="0"/>
              </a:p>
            </p:txBody>
          </p:sp>
          <p:cxnSp>
            <p:nvCxnSpPr>
              <p:cNvPr id="332" name="Connecteur droit avec flèche 44">
                <a:extLst>
                  <a:ext uri="{FF2B5EF4-FFF2-40B4-BE49-F238E27FC236}">
                    <a16:creationId xmlns:a16="http://schemas.microsoft.com/office/drawing/2014/main" id="{6A03D22D-2112-4E10-A1B9-9564EF20E6C5}"/>
                  </a:ext>
                </a:extLst>
              </p:cNvPr>
              <p:cNvCxnSpPr>
                <a:cxnSpLocks/>
              </p:cNvCxnSpPr>
              <p:nvPr/>
            </p:nvCxnSpPr>
            <p:spPr>
              <a:xfrm>
                <a:off x="8117727" y="5560240"/>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1" name="Group 20">
                <a:extLst>
                  <a:ext uri="{FF2B5EF4-FFF2-40B4-BE49-F238E27FC236}">
                    <a16:creationId xmlns:a16="http://schemas.microsoft.com/office/drawing/2014/main" id="{7C025D5A-9DB6-44F3-829C-925B18917D56}"/>
                  </a:ext>
                </a:extLst>
              </p:cNvPr>
              <p:cNvGrpSpPr/>
              <p:nvPr/>
            </p:nvGrpSpPr>
            <p:grpSpPr>
              <a:xfrm>
                <a:off x="7556102" y="5204029"/>
                <a:ext cx="1054573" cy="508827"/>
                <a:chOff x="8171976" y="3668285"/>
                <a:chExt cx="1054573" cy="508827"/>
              </a:xfrm>
            </p:grpSpPr>
            <p:sp>
              <p:nvSpPr>
                <p:cNvPr id="305" name="Oval 304">
                  <a:extLst>
                    <a:ext uri="{FF2B5EF4-FFF2-40B4-BE49-F238E27FC236}">
                      <a16:creationId xmlns:a16="http://schemas.microsoft.com/office/drawing/2014/main" id="{85E0880A-F54C-42A0-965C-F3CEA97F7D59}"/>
                    </a:ext>
                  </a:extLst>
                </p:cNvPr>
                <p:cNvSpPr/>
                <p:nvPr/>
              </p:nvSpPr>
              <p:spPr>
                <a:xfrm>
                  <a:off x="8171976" y="3668285"/>
                  <a:ext cx="675798" cy="508827"/>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6" name="Straight Arrow Connector 305">
                  <a:extLst>
                    <a:ext uri="{FF2B5EF4-FFF2-40B4-BE49-F238E27FC236}">
                      <a16:creationId xmlns:a16="http://schemas.microsoft.com/office/drawing/2014/main" id="{E20F0516-F68C-4385-95E9-E6F19C8FD350}"/>
                    </a:ext>
                  </a:extLst>
                </p:cNvPr>
                <p:cNvCxnSpPr>
                  <a:cxnSpLocks/>
                  <a:stCxn id="305" idx="6"/>
                </p:cNvCxnSpPr>
                <p:nvPr/>
              </p:nvCxnSpPr>
              <p:spPr>
                <a:xfrm flipV="1">
                  <a:off x="8847774" y="3850415"/>
                  <a:ext cx="378775" cy="72284"/>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33" name="Connecteur droit avec flèche 44">
                <a:extLst>
                  <a:ext uri="{FF2B5EF4-FFF2-40B4-BE49-F238E27FC236}">
                    <a16:creationId xmlns:a16="http://schemas.microsoft.com/office/drawing/2014/main" id="{13042665-5B9D-4D98-B499-36F7ADA4E29F}"/>
                  </a:ext>
                </a:extLst>
              </p:cNvPr>
              <p:cNvCxnSpPr>
                <a:cxnSpLocks/>
              </p:cNvCxnSpPr>
              <p:nvPr/>
            </p:nvCxnSpPr>
            <p:spPr>
              <a:xfrm>
                <a:off x="8117729" y="6422257"/>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4" name="Connecteur droit avec flèche 44">
                <a:extLst>
                  <a:ext uri="{FF2B5EF4-FFF2-40B4-BE49-F238E27FC236}">
                    <a16:creationId xmlns:a16="http://schemas.microsoft.com/office/drawing/2014/main" id="{F33D0CBE-EA5D-4F80-BC14-C67A1517C087}"/>
                  </a:ext>
                </a:extLst>
              </p:cNvPr>
              <p:cNvCxnSpPr>
                <a:cxnSpLocks/>
              </p:cNvCxnSpPr>
              <p:nvPr/>
            </p:nvCxnSpPr>
            <p:spPr>
              <a:xfrm>
                <a:off x="8122488" y="6636576"/>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35" name="Connecteur droit avec flèche 44">
                <a:extLst>
                  <a:ext uri="{FF2B5EF4-FFF2-40B4-BE49-F238E27FC236}">
                    <a16:creationId xmlns:a16="http://schemas.microsoft.com/office/drawing/2014/main" id="{D1256BE8-5571-4272-B6D0-02E09780B2EB}"/>
                  </a:ext>
                </a:extLst>
              </p:cNvPr>
              <p:cNvCxnSpPr>
                <a:cxnSpLocks/>
              </p:cNvCxnSpPr>
              <p:nvPr/>
            </p:nvCxnSpPr>
            <p:spPr>
              <a:xfrm>
                <a:off x="9017844" y="6636571"/>
                <a:ext cx="72000" cy="0"/>
              </a:xfrm>
              <a:prstGeom prst="straightConnector1">
                <a:avLst/>
              </a:prstGeom>
              <a:ln w="28575">
                <a:solidFill>
                  <a:schemeClr val="bg2">
                    <a:lumMod val="90000"/>
                  </a:schemeClr>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07" name="Group 306">
                <a:extLst>
                  <a:ext uri="{FF2B5EF4-FFF2-40B4-BE49-F238E27FC236}">
                    <a16:creationId xmlns:a16="http://schemas.microsoft.com/office/drawing/2014/main" id="{65EB5517-4960-4C85-918C-46E986A5A492}"/>
                  </a:ext>
                </a:extLst>
              </p:cNvPr>
              <p:cNvGrpSpPr/>
              <p:nvPr/>
            </p:nvGrpSpPr>
            <p:grpSpPr>
              <a:xfrm>
                <a:off x="7556105" y="6263810"/>
                <a:ext cx="1054573" cy="530001"/>
                <a:chOff x="8224334" y="3668285"/>
                <a:chExt cx="1010671" cy="508827"/>
              </a:xfrm>
            </p:grpSpPr>
            <p:sp>
              <p:nvSpPr>
                <p:cNvPr id="308" name="Oval 307">
                  <a:extLst>
                    <a:ext uri="{FF2B5EF4-FFF2-40B4-BE49-F238E27FC236}">
                      <a16:creationId xmlns:a16="http://schemas.microsoft.com/office/drawing/2014/main" id="{AAEA620F-7F5B-452F-AF34-7D2C2CE64968}"/>
                    </a:ext>
                  </a:extLst>
                </p:cNvPr>
                <p:cNvSpPr/>
                <p:nvPr/>
              </p:nvSpPr>
              <p:spPr>
                <a:xfrm>
                  <a:off x="8224334" y="3668285"/>
                  <a:ext cx="647665" cy="508827"/>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9" name="Straight Arrow Connector 308">
                  <a:extLst>
                    <a:ext uri="{FF2B5EF4-FFF2-40B4-BE49-F238E27FC236}">
                      <a16:creationId xmlns:a16="http://schemas.microsoft.com/office/drawing/2014/main" id="{10C8AA27-B349-4018-A33C-F48EA0C3A6E1}"/>
                    </a:ext>
                  </a:extLst>
                </p:cNvPr>
                <p:cNvCxnSpPr>
                  <a:cxnSpLocks/>
                  <a:stCxn id="308" idx="6"/>
                </p:cNvCxnSpPr>
                <p:nvPr/>
              </p:nvCxnSpPr>
              <p:spPr>
                <a:xfrm>
                  <a:off x="8871999" y="3922699"/>
                  <a:ext cx="363006" cy="152078"/>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7" name="Group 346">
                <a:extLst>
                  <a:ext uri="{FF2B5EF4-FFF2-40B4-BE49-F238E27FC236}">
                    <a16:creationId xmlns:a16="http://schemas.microsoft.com/office/drawing/2014/main" id="{6BF06502-B691-4E81-88FC-3D5D14D26268}"/>
                  </a:ext>
                </a:extLst>
              </p:cNvPr>
              <p:cNvGrpSpPr/>
              <p:nvPr/>
            </p:nvGrpSpPr>
            <p:grpSpPr>
              <a:xfrm>
                <a:off x="7598111" y="4029086"/>
                <a:ext cx="974171" cy="452727"/>
                <a:chOff x="8252378" y="3724385"/>
                <a:chExt cx="974171" cy="452727"/>
              </a:xfrm>
            </p:grpSpPr>
            <p:sp>
              <p:nvSpPr>
                <p:cNvPr id="348" name="Oval 347">
                  <a:extLst>
                    <a:ext uri="{FF2B5EF4-FFF2-40B4-BE49-F238E27FC236}">
                      <a16:creationId xmlns:a16="http://schemas.microsoft.com/office/drawing/2014/main" id="{F67A34A4-4334-458C-979B-C68393CE387F}"/>
                    </a:ext>
                  </a:extLst>
                </p:cNvPr>
                <p:cNvSpPr/>
                <p:nvPr/>
              </p:nvSpPr>
              <p:spPr>
                <a:xfrm>
                  <a:off x="8252378" y="3724385"/>
                  <a:ext cx="595396" cy="452727"/>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49" name="Straight Arrow Connector 348">
                  <a:extLst>
                    <a:ext uri="{FF2B5EF4-FFF2-40B4-BE49-F238E27FC236}">
                      <a16:creationId xmlns:a16="http://schemas.microsoft.com/office/drawing/2014/main" id="{45DB5FD8-B826-4DD1-BED4-D6F71C3494BC}"/>
                    </a:ext>
                  </a:extLst>
                </p:cNvPr>
                <p:cNvCxnSpPr>
                  <a:cxnSpLocks/>
                  <a:stCxn id="348" idx="6"/>
                </p:cNvCxnSpPr>
                <p:nvPr/>
              </p:nvCxnSpPr>
              <p:spPr>
                <a:xfrm flipV="1">
                  <a:off x="8847774" y="3950748"/>
                  <a:ext cx="378775" cy="1"/>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grpSp>
      <p:grpSp>
        <p:nvGrpSpPr>
          <p:cNvPr id="11" name="Group 10">
            <a:extLst>
              <a:ext uri="{FF2B5EF4-FFF2-40B4-BE49-F238E27FC236}">
                <a16:creationId xmlns:a16="http://schemas.microsoft.com/office/drawing/2014/main" id="{B3B4E551-1E05-48EB-B4D6-0E92B164F1FA}"/>
              </a:ext>
            </a:extLst>
          </p:cNvPr>
          <p:cNvGrpSpPr/>
          <p:nvPr/>
        </p:nvGrpSpPr>
        <p:grpSpPr>
          <a:xfrm>
            <a:off x="-5580" y="1732856"/>
            <a:ext cx="5248112" cy="4304638"/>
            <a:chOff x="-5580" y="1732856"/>
            <a:chExt cx="5248112" cy="4304638"/>
          </a:xfrm>
        </p:grpSpPr>
        <p:grpSp>
          <p:nvGrpSpPr>
            <p:cNvPr id="10" name="Group 9">
              <a:extLst>
                <a:ext uri="{FF2B5EF4-FFF2-40B4-BE49-F238E27FC236}">
                  <a16:creationId xmlns:a16="http://schemas.microsoft.com/office/drawing/2014/main" id="{053C97B9-D82A-47D7-A29E-1A400D7E50AC}"/>
                </a:ext>
              </a:extLst>
            </p:cNvPr>
            <p:cNvGrpSpPr/>
            <p:nvPr/>
          </p:nvGrpSpPr>
          <p:grpSpPr>
            <a:xfrm>
              <a:off x="-5580" y="2587511"/>
              <a:ext cx="5248112" cy="3449983"/>
              <a:chOff x="66990" y="2587511"/>
              <a:chExt cx="5248112" cy="3449983"/>
            </a:xfrm>
          </p:grpSpPr>
          <p:sp>
            <p:nvSpPr>
              <p:cNvPr id="239" name="ZoneTexte 49">
                <a:extLst>
                  <a:ext uri="{FF2B5EF4-FFF2-40B4-BE49-F238E27FC236}">
                    <a16:creationId xmlns:a16="http://schemas.microsoft.com/office/drawing/2014/main" id="{3B5CCD45-93F5-4640-986C-E68D4511A5B0}"/>
                  </a:ext>
                </a:extLst>
              </p:cNvPr>
              <p:cNvSpPr txBox="1"/>
              <p:nvPr/>
            </p:nvSpPr>
            <p:spPr>
              <a:xfrm>
                <a:off x="66990" y="5293265"/>
                <a:ext cx="1422655" cy="491766"/>
              </a:xfrm>
              <a:prstGeom prst="rect">
                <a:avLst/>
              </a:prstGeom>
              <a:noFill/>
            </p:spPr>
            <p:txBody>
              <a:bodyPr wrap="square" rtlCol="0">
                <a:spAutoFit/>
              </a:bodyPr>
              <a:lstStyle/>
              <a:p>
                <a:pPr algn="ctr"/>
                <a:r>
                  <a:rPr lang="en-US" b="1" dirty="0">
                    <a:solidFill>
                      <a:sysClr val="windowText" lastClr="000000"/>
                    </a:solidFill>
                  </a:rPr>
                  <a:t>Inventory A</a:t>
                </a:r>
                <a:br>
                  <a:rPr lang="en-US" b="1" dirty="0">
                    <a:solidFill>
                      <a:sysClr val="windowText" lastClr="000000"/>
                    </a:solidFill>
                  </a:rPr>
                </a:br>
                <a:r>
                  <a:rPr lang="en-US" dirty="0">
                    <a:solidFill>
                      <a:sysClr val="windowText" lastClr="000000"/>
                    </a:solidFill>
                  </a:rPr>
                  <a:t>1990-1999</a:t>
                </a:r>
              </a:p>
            </p:txBody>
          </p:sp>
          <p:sp>
            <p:nvSpPr>
              <p:cNvPr id="243" name="Parallélogramme 11">
                <a:extLst>
                  <a:ext uri="{FF2B5EF4-FFF2-40B4-BE49-F238E27FC236}">
                    <a16:creationId xmlns:a16="http://schemas.microsoft.com/office/drawing/2014/main" id="{2A532D3E-8B1B-4364-822E-1132F86B06FF}"/>
                  </a:ext>
                </a:extLst>
              </p:cNvPr>
              <p:cNvSpPr/>
              <p:nvPr/>
            </p:nvSpPr>
            <p:spPr>
              <a:xfrm>
                <a:off x="1200692" y="5009033"/>
                <a:ext cx="4114410" cy="1028461"/>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Parallélogramme 11">
                <a:extLst>
                  <a:ext uri="{FF2B5EF4-FFF2-40B4-BE49-F238E27FC236}">
                    <a16:creationId xmlns:a16="http://schemas.microsoft.com/office/drawing/2014/main" id="{089220BE-499A-45FC-9148-806604B59574}"/>
                  </a:ext>
                </a:extLst>
              </p:cNvPr>
              <p:cNvSpPr/>
              <p:nvPr/>
            </p:nvSpPr>
            <p:spPr>
              <a:xfrm>
                <a:off x="1200692" y="3786315"/>
                <a:ext cx="4114410" cy="1028461"/>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Parallélogramme 11">
                <a:extLst>
                  <a:ext uri="{FF2B5EF4-FFF2-40B4-BE49-F238E27FC236}">
                    <a16:creationId xmlns:a16="http://schemas.microsoft.com/office/drawing/2014/main" id="{1656CB06-5132-424B-9E3D-7DE2CA7F9F54}"/>
                  </a:ext>
                </a:extLst>
              </p:cNvPr>
              <p:cNvSpPr/>
              <p:nvPr/>
            </p:nvSpPr>
            <p:spPr>
              <a:xfrm>
                <a:off x="1200692" y="2587511"/>
                <a:ext cx="4114410" cy="1028461"/>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6" name="Connecteur droit 32">
                <a:extLst>
                  <a:ext uri="{FF2B5EF4-FFF2-40B4-BE49-F238E27FC236}">
                    <a16:creationId xmlns:a16="http://schemas.microsoft.com/office/drawing/2014/main" id="{6060E811-D25B-4871-AA19-7817F7339ADA}"/>
                  </a:ext>
                </a:extLst>
              </p:cNvPr>
              <p:cNvCxnSpPr>
                <a:cxnSpLocks/>
              </p:cNvCxnSpPr>
              <p:nvPr/>
            </p:nvCxnSpPr>
            <p:spPr>
              <a:xfrm flipV="1">
                <a:off x="1807465" y="3154337"/>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7" name="Connecteur droit 35">
                <a:extLst>
                  <a:ext uri="{FF2B5EF4-FFF2-40B4-BE49-F238E27FC236}">
                    <a16:creationId xmlns:a16="http://schemas.microsoft.com/office/drawing/2014/main" id="{31C322C6-8480-45FF-A4F7-3B5446DD391D}"/>
                  </a:ext>
                </a:extLst>
              </p:cNvPr>
              <p:cNvCxnSpPr>
                <a:cxnSpLocks/>
              </p:cNvCxnSpPr>
              <p:nvPr/>
            </p:nvCxnSpPr>
            <p:spPr>
              <a:xfrm flipV="1">
                <a:off x="3001046" y="2918932"/>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8" name="Connecteur droit 33">
                <a:extLst>
                  <a:ext uri="{FF2B5EF4-FFF2-40B4-BE49-F238E27FC236}">
                    <a16:creationId xmlns:a16="http://schemas.microsoft.com/office/drawing/2014/main" id="{C00834E3-72A7-40E4-8DA8-5DC0370B85C1}"/>
                  </a:ext>
                </a:extLst>
              </p:cNvPr>
              <p:cNvCxnSpPr>
                <a:cxnSpLocks/>
              </p:cNvCxnSpPr>
              <p:nvPr/>
            </p:nvCxnSpPr>
            <p:spPr>
              <a:xfrm flipV="1">
                <a:off x="2559940" y="2733643"/>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49" name="Forme libre : forme 3">
                <a:extLst>
                  <a:ext uri="{FF2B5EF4-FFF2-40B4-BE49-F238E27FC236}">
                    <a16:creationId xmlns:a16="http://schemas.microsoft.com/office/drawing/2014/main" id="{0C6396CF-E8F1-49DA-BCE0-AFF6A51FDED3}"/>
                  </a:ext>
                </a:extLst>
              </p:cNvPr>
              <p:cNvSpPr/>
              <p:nvPr/>
            </p:nvSpPr>
            <p:spPr>
              <a:xfrm>
                <a:off x="1607440" y="2749526"/>
                <a:ext cx="1393606" cy="71452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Forme libre : forme 4">
                <a:extLst>
                  <a:ext uri="{FF2B5EF4-FFF2-40B4-BE49-F238E27FC236}">
                    <a16:creationId xmlns:a16="http://schemas.microsoft.com/office/drawing/2014/main" id="{3919F330-830A-452F-9362-9990D2040975}"/>
                  </a:ext>
                </a:extLst>
              </p:cNvPr>
              <p:cNvSpPr/>
              <p:nvPr/>
            </p:nvSpPr>
            <p:spPr>
              <a:xfrm>
                <a:off x="2765932" y="2751458"/>
                <a:ext cx="1169113" cy="657154"/>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Forme libre : forme 5">
                <a:extLst>
                  <a:ext uri="{FF2B5EF4-FFF2-40B4-BE49-F238E27FC236}">
                    <a16:creationId xmlns:a16="http://schemas.microsoft.com/office/drawing/2014/main" id="{57B37BF9-CF21-4CD2-A40C-DA11251455C9}"/>
                  </a:ext>
                </a:extLst>
              </p:cNvPr>
              <p:cNvSpPr/>
              <p:nvPr/>
            </p:nvSpPr>
            <p:spPr>
              <a:xfrm>
                <a:off x="3594607" y="2947751"/>
                <a:ext cx="1300412" cy="58838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Forme libre : forme 17">
                <a:extLst>
                  <a:ext uri="{FF2B5EF4-FFF2-40B4-BE49-F238E27FC236}">
                    <a16:creationId xmlns:a16="http://schemas.microsoft.com/office/drawing/2014/main" id="{589A48F0-3EAF-4ACC-976B-AAB190944F18}"/>
                  </a:ext>
                </a:extLst>
              </p:cNvPr>
              <p:cNvSpPr/>
              <p:nvPr/>
            </p:nvSpPr>
            <p:spPr>
              <a:xfrm>
                <a:off x="1607440" y="3968244"/>
                <a:ext cx="1393606" cy="71452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Forme libre : forme 18">
                <a:extLst>
                  <a:ext uri="{FF2B5EF4-FFF2-40B4-BE49-F238E27FC236}">
                    <a16:creationId xmlns:a16="http://schemas.microsoft.com/office/drawing/2014/main" id="{C5CA091E-689B-4CA2-8796-3126AB4D9D7D}"/>
                  </a:ext>
                </a:extLst>
              </p:cNvPr>
              <p:cNvSpPr/>
              <p:nvPr/>
            </p:nvSpPr>
            <p:spPr>
              <a:xfrm>
                <a:off x="2765932" y="3781750"/>
                <a:ext cx="1169113" cy="657154"/>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Forme libre : forme 19">
                <a:extLst>
                  <a:ext uri="{FF2B5EF4-FFF2-40B4-BE49-F238E27FC236}">
                    <a16:creationId xmlns:a16="http://schemas.microsoft.com/office/drawing/2014/main" id="{6F7C6EB0-1EDB-4F2B-A611-792DB1F815AA}"/>
                  </a:ext>
                </a:extLst>
              </p:cNvPr>
              <p:cNvSpPr/>
              <p:nvPr/>
            </p:nvSpPr>
            <p:spPr>
              <a:xfrm>
                <a:off x="3594607" y="4050515"/>
                <a:ext cx="1300412" cy="58838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Forme libre : forme 23">
                <a:extLst>
                  <a:ext uri="{FF2B5EF4-FFF2-40B4-BE49-F238E27FC236}">
                    <a16:creationId xmlns:a16="http://schemas.microsoft.com/office/drawing/2014/main" id="{8A19D166-6D5D-45A1-854F-038A47EF492D}"/>
                  </a:ext>
                </a:extLst>
              </p:cNvPr>
              <p:cNvSpPr/>
              <p:nvPr/>
            </p:nvSpPr>
            <p:spPr>
              <a:xfrm>
                <a:off x="1607440" y="5186963"/>
                <a:ext cx="1393606" cy="71452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Forme libre : forme 24">
                <a:extLst>
                  <a:ext uri="{FF2B5EF4-FFF2-40B4-BE49-F238E27FC236}">
                    <a16:creationId xmlns:a16="http://schemas.microsoft.com/office/drawing/2014/main" id="{9689C723-5064-4278-BAC8-4189FC5792E5}"/>
                  </a:ext>
                </a:extLst>
              </p:cNvPr>
              <p:cNvSpPr/>
              <p:nvPr/>
            </p:nvSpPr>
            <p:spPr>
              <a:xfrm>
                <a:off x="2765932" y="5188896"/>
                <a:ext cx="1169113" cy="657154"/>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Forme libre : forme 25">
                <a:extLst>
                  <a:ext uri="{FF2B5EF4-FFF2-40B4-BE49-F238E27FC236}">
                    <a16:creationId xmlns:a16="http://schemas.microsoft.com/office/drawing/2014/main" id="{CD10B37C-4DE0-4814-ADC3-D691A5B304BB}"/>
                  </a:ext>
                </a:extLst>
              </p:cNvPr>
              <p:cNvSpPr/>
              <p:nvPr/>
            </p:nvSpPr>
            <p:spPr>
              <a:xfrm>
                <a:off x="3594607" y="5269234"/>
                <a:ext cx="1300412" cy="58838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8" name="Connecteur droit 36">
                <a:extLst>
                  <a:ext uri="{FF2B5EF4-FFF2-40B4-BE49-F238E27FC236}">
                    <a16:creationId xmlns:a16="http://schemas.microsoft.com/office/drawing/2014/main" id="{3BB55BD1-AB29-4309-8B5D-4973944AC2FF}"/>
                  </a:ext>
                </a:extLst>
              </p:cNvPr>
              <p:cNvCxnSpPr>
                <a:cxnSpLocks/>
              </p:cNvCxnSpPr>
              <p:nvPr/>
            </p:nvCxnSpPr>
            <p:spPr>
              <a:xfrm flipV="1">
                <a:off x="2207515" y="3492400"/>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9" name="Connecteur droit 37">
                <a:extLst>
                  <a:ext uri="{FF2B5EF4-FFF2-40B4-BE49-F238E27FC236}">
                    <a16:creationId xmlns:a16="http://schemas.microsoft.com/office/drawing/2014/main" id="{E37F4CE0-CAC0-45DB-9813-FC60F2111AE2}"/>
                  </a:ext>
                </a:extLst>
              </p:cNvPr>
              <p:cNvCxnSpPr>
                <a:cxnSpLocks/>
              </p:cNvCxnSpPr>
              <p:nvPr/>
            </p:nvCxnSpPr>
            <p:spPr>
              <a:xfrm flipV="1">
                <a:off x="3935045" y="2845970"/>
                <a:ext cx="0" cy="240909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Connecteur droit 28">
                <a:extLst>
                  <a:ext uri="{FF2B5EF4-FFF2-40B4-BE49-F238E27FC236}">
                    <a16:creationId xmlns:a16="http://schemas.microsoft.com/office/drawing/2014/main" id="{43FB2B36-CFE6-4805-BCE8-33BDD62073F1}"/>
                  </a:ext>
                </a:extLst>
              </p:cNvPr>
              <p:cNvCxnSpPr>
                <a:cxnSpLocks/>
              </p:cNvCxnSpPr>
              <p:nvPr/>
            </p:nvCxnSpPr>
            <p:spPr>
              <a:xfrm flipV="1">
                <a:off x="1607440" y="3335158"/>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Connecteur droit 34">
                <a:extLst>
                  <a:ext uri="{FF2B5EF4-FFF2-40B4-BE49-F238E27FC236}">
                    <a16:creationId xmlns:a16="http://schemas.microsoft.com/office/drawing/2014/main" id="{2417BCDC-7CD1-4F47-BCDC-043117588C02}"/>
                  </a:ext>
                </a:extLst>
              </p:cNvPr>
              <p:cNvCxnSpPr>
                <a:cxnSpLocks/>
              </p:cNvCxnSpPr>
              <p:nvPr/>
            </p:nvCxnSpPr>
            <p:spPr>
              <a:xfrm flipV="1">
                <a:off x="2772624" y="3266802"/>
                <a:ext cx="0" cy="2409090"/>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Connecteur droit 38">
                <a:extLst>
                  <a:ext uri="{FF2B5EF4-FFF2-40B4-BE49-F238E27FC236}">
                    <a16:creationId xmlns:a16="http://schemas.microsoft.com/office/drawing/2014/main" id="{6BFEB97C-7B9D-449D-8AD1-72BCAFC4E6BD}"/>
                  </a:ext>
                </a:extLst>
              </p:cNvPr>
              <p:cNvCxnSpPr>
                <a:cxnSpLocks/>
              </p:cNvCxnSpPr>
              <p:nvPr/>
            </p:nvCxnSpPr>
            <p:spPr>
              <a:xfrm flipV="1">
                <a:off x="3329742" y="3408613"/>
                <a:ext cx="0" cy="2409090"/>
              </a:xfrm>
              <a:prstGeom prst="line">
                <a:avLst/>
              </a:prstGeom>
              <a:ln w="12700">
                <a:solidFill>
                  <a:schemeClr val="accent1">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3" name="Connecteur droit 39">
                <a:extLst>
                  <a:ext uri="{FF2B5EF4-FFF2-40B4-BE49-F238E27FC236}">
                    <a16:creationId xmlns:a16="http://schemas.microsoft.com/office/drawing/2014/main" id="{3662D2F3-D80F-486F-9476-7B4B737DCB4F}"/>
                  </a:ext>
                </a:extLst>
              </p:cNvPr>
              <p:cNvCxnSpPr>
                <a:cxnSpLocks/>
              </p:cNvCxnSpPr>
              <p:nvPr/>
            </p:nvCxnSpPr>
            <p:spPr>
              <a:xfrm flipV="1">
                <a:off x="4895019" y="3000617"/>
                <a:ext cx="0" cy="2409090"/>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4" name="Connecteur droit 40">
                <a:extLst>
                  <a:ext uri="{FF2B5EF4-FFF2-40B4-BE49-F238E27FC236}">
                    <a16:creationId xmlns:a16="http://schemas.microsoft.com/office/drawing/2014/main" id="{3DE9E3BC-2F16-4D3A-A092-8A68BBCF628C}"/>
                  </a:ext>
                </a:extLst>
              </p:cNvPr>
              <p:cNvCxnSpPr>
                <a:cxnSpLocks/>
              </p:cNvCxnSpPr>
              <p:nvPr/>
            </p:nvCxnSpPr>
            <p:spPr>
              <a:xfrm flipV="1">
                <a:off x="4372523" y="3477906"/>
                <a:ext cx="0" cy="2322595"/>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5" name="Connecteur droit 42">
                <a:extLst>
                  <a:ext uri="{FF2B5EF4-FFF2-40B4-BE49-F238E27FC236}">
                    <a16:creationId xmlns:a16="http://schemas.microsoft.com/office/drawing/2014/main" id="{8DA8B7C8-4F91-4C1E-91DA-2180EEB6E01B}"/>
                  </a:ext>
                </a:extLst>
              </p:cNvPr>
              <p:cNvCxnSpPr>
                <a:cxnSpLocks/>
                <a:endCxn id="251" idx="0"/>
              </p:cNvCxnSpPr>
              <p:nvPr/>
            </p:nvCxnSpPr>
            <p:spPr>
              <a:xfrm flipH="1" flipV="1">
                <a:off x="3594607" y="3421032"/>
                <a:ext cx="9526" cy="2309706"/>
              </a:xfrm>
              <a:prstGeom prst="line">
                <a:avLst/>
              </a:prstGeom>
              <a:ln w="12700">
                <a:solidFill>
                  <a:schemeClr val="accent4">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66" name="Forme libre : forme 52">
                <a:extLst>
                  <a:ext uri="{FF2B5EF4-FFF2-40B4-BE49-F238E27FC236}">
                    <a16:creationId xmlns:a16="http://schemas.microsoft.com/office/drawing/2014/main" id="{B4EAE670-D29D-45B9-8C28-7072B2856878}"/>
                  </a:ext>
                </a:extLst>
              </p:cNvPr>
              <p:cNvSpPr/>
              <p:nvPr/>
            </p:nvSpPr>
            <p:spPr>
              <a:xfrm>
                <a:off x="3308899" y="2814083"/>
                <a:ext cx="237024" cy="579774"/>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24" h="762000">
                    <a:moveTo>
                      <a:pt x="31750" y="0"/>
                    </a:moveTo>
                    <a:cubicBezTo>
                      <a:pt x="93133" y="107950"/>
                      <a:pt x="303742" y="231775"/>
                      <a:pt x="215900" y="323850"/>
                    </a:cubicBezTo>
                    <a:cubicBezTo>
                      <a:pt x="128058" y="415925"/>
                      <a:pt x="23283" y="517525"/>
                      <a:pt x="0" y="590550"/>
                    </a:cubicBezTo>
                    <a:cubicBezTo>
                      <a:pt x="0" y="639233"/>
                      <a:pt x="62442" y="733425"/>
                      <a:pt x="76200" y="762000"/>
                    </a:cubicBezTo>
                    <a:lnTo>
                      <a:pt x="82550" y="762000"/>
                    </a:lnTo>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Forme libre : forme 53">
                <a:extLst>
                  <a:ext uri="{FF2B5EF4-FFF2-40B4-BE49-F238E27FC236}">
                    <a16:creationId xmlns:a16="http://schemas.microsoft.com/office/drawing/2014/main" id="{4FCCCA9D-31EE-4F74-A008-E24E3BE48CEE}"/>
                  </a:ext>
                </a:extLst>
              </p:cNvPr>
              <p:cNvSpPr/>
              <p:nvPr/>
            </p:nvSpPr>
            <p:spPr>
              <a:xfrm>
                <a:off x="3301279" y="3851878"/>
                <a:ext cx="237024" cy="579774"/>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24" h="762000">
                    <a:moveTo>
                      <a:pt x="31750" y="0"/>
                    </a:moveTo>
                    <a:cubicBezTo>
                      <a:pt x="93133" y="107950"/>
                      <a:pt x="303742" y="231775"/>
                      <a:pt x="215900" y="323850"/>
                    </a:cubicBezTo>
                    <a:cubicBezTo>
                      <a:pt x="128058" y="415925"/>
                      <a:pt x="23283" y="517525"/>
                      <a:pt x="0" y="590550"/>
                    </a:cubicBezTo>
                    <a:cubicBezTo>
                      <a:pt x="0" y="639233"/>
                      <a:pt x="62442" y="733425"/>
                      <a:pt x="76200" y="762000"/>
                    </a:cubicBezTo>
                    <a:lnTo>
                      <a:pt x="82550" y="762000"/>
                    </a:lnTo>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Forme libre : forme 54">
                <a:extLst>
                  <a:ext uri="{FF2B5EF4-FFF2-40B4-BE49-F238E27FC236}">
                    <a16:creationId xmlns:a16="http://schemas.microsoft.com/office/drawing/2014/main" id="{AF30E800-30CB-4829-865D-5C752725C570}"/>
                  </a:ext>
                </a:extLst>
              </p:cNvPr>
              <p:cNvSpPr/>
              <p:nvPr/>
            </p:nvSpPr>
            <p:spPr>
              <a:xfrm>
                <a:off x="4464987" y="2992171"/>
                <a:ext cx="171612" cy="330471"/>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 name="connsiteX0" fmla="*/ 313690 w 332164"/>
                  <a:gd name="connsiteY0" fmla="*/ 0 h 723900"/>
                  <a:gd name="connsiteX1" fmla="*/ 215900 w 332164"/>
                  <a:gd name="connsiteY1" fmla="*/ 285750 h 723900"/>
                  <a:gd name="connsiteX2" fmla="*/ 0 w 332164"/>
                  <a:gd name="connsiteY2" fmla="*/ 552450 h 723900"/>
                  <a:gd name="connsiteX3" fmla="*/ 76200 w 332164"/>
                  <a:gd name="connsiteY3" fmla="*/ 723900 h 723900"/>
                  <a:gd name="connsiteX4" fmla="*/ 82550 w 332164"/>
                  <a:gd name="connsiteY4" fmla="*/ 723900 h 723900"/>
                  <a:gd name="connsiteX0" fmla="*/ 328930 w 346016"/>
                  <a:gd name="connsiteY0" fmla="*/ 0 h 662940"/>
                  <a:gd name="connsiteX1" fmla="*/ 215900 w 346016"/>
                  <a:gd name="connsiteY1" fmla="*/ 224790 h 662940"/>
                  <a:gd name="connsiteX2" fmla="*/ 0 w 346016"/>
                  <a:gd name="connsiteY2" fmla="*/ 491490 h 662940"/>
                  <a:gd name="connsiteX3" fmla="*/ 76200 w 346016"/>
                  <a:gd name="connsiteY3" fmla="*/ 662940 h 662940"/>
                  <a:gd name="connsiteX4" fmla="*/ 82550 w 346016"/>
                  <a:gd name="connsiteY4" fmla="*/ 662940 h 662940"/>
                  <a:gd name="connsiteX0" fmla="*/ 328930 w 328930"/>
                  <a:gd name="connsiteY0" fmla="*/ 0 h 662940"/>
                  <a:gd name="connsiteX1" fmla="*/ 0 w 328930"/>
                  <a:gd name="connsiteY1" fmla="*/ 491490 h 662940"/>
                  <a:gd name="connsiteX2" fmla="*/ 76200 w 328930"/>
                  <a:gd name="connsiteY2" fmla="*/ 662940 h 662940"/>
                  <a:gd name="connsiteX3" fmla="*/ 82550 w 328930"/>
                  <a:gd name="connsiteY3" fmla="*/ 662940 h 662940"/>
                  <a:gd name="connsiteX0" fmla="*/ 253842 w 253842"/>
                  <a:gd name="connsiteY0" fmla="*/ 0 h 662940"/>
                  <a:gd name="connsiteX1" fmla="*/ 105887 w 253842"/>
                  <a:gd name="connsiteY1" fmla="*/ 277177 h 662940"/>
                  <a:gd name="connsiteX2" fmla="*/ 1112 w 253842"/>
                  <a:gd name="connsiteY2" fmla="*/ 662940 h 662940"/>
                  <a:gd name="connsiteX3" fmla="*/ 7462 w 253842"/>
                  <a:gd name="connsiteY3" fmla="*/ 662940 h 662940"/>
                  <a:gd name="connsiteX0" fmla="*/ 253842 w 307499"/>
                  <a:gd name="connsiteY0" fmla="*/ 0 h 662940"/>
                  <a:gd name="connsiteX1" fmla="*/ 105887 w 307499"/>
                  <a:gd name="connsiteY1" fmla="*/ 277177 h 662940"/>
                  <a:gd name="connsiteX2" fmla="*/ 1112 w 307499"/>
                  <a:gd name="connsiteY2" fmla="*/ 662940 h 662940"/>
                  <a:gd name="connsiteX3" fmla="*/ 307499 w 307499"/>
                  <a:gd name="connsiteY3" fmla="*/ 417672 h 662940"/>
                  <a:gd name="connsiteX0" fmla="*/ 147955 w 201612"/>
                  <a:gd name="connsiteY0" fmla="*/ 0 h 417672"/>
                  <a:gd name="connsiteX1" fmla="*/ 0 w 201612"/>
                  <a:gd name="connsiteY1" fmla="*/ 277177 h 417672"/>
                  <a:gd name="connsiteX2" fmla="*/ 201612 w 201612"/>
                  <a:gd name="connsiteY2" fmla="*/ 417672 h 417672"/>
                  <a:gd name="connsiteX0" fmla="*/ 116999 w 170656"/>
                  <a:gd name="connsiteY0" fmla="*/ 0 h 417672"/>
                  <a:gd name="connsiteX1" fmla="*/ 0 w 170656"/>
                  <a:gd name="connsiteY1" fmla="*/ 208120 h 417672"/>
                  <a:gd name="connsiteX2" fmla="*/ 170656 w 170656"/>
                  <a:gd name="connsiteY2" fmla="*/ 417672 h 417672"/>
                  <a:gd name="connsiteX0" fmla="*/ 118569 w 172226"/>
                  <a:gd name="connsiteY0" fmla="*/ 0 h 417672"/>
                  <a:gd name="connsiteX1" fmla="*/ 1570 w 172226"/>
                  <a:gd name="connsiteY1" fmla="*/ 208120 h 417672"/>
                  <a:gd name="connsiteX2" fmla="*/ 172226 w 172226"/>
                  <a:gd name="connsiteY2" fmla="*/ 417672 h 417672"/>
                  <a:gd name="connsiteX0" fmla="*/ 127092 w 171224"/>
                  <a:gd name="connsiteY0" fmla="*/ 0 h 434340"/>
                  <a:gd name="connsiteX1" fmla="*/ 568 w 171224"/>
                  <a:gd name="connsiteY1" fmla="*/ 224788 h 434340"/>
                  <a:gd name="connsiteX2" fmla="*/ 171224 w 171224"/>
                  <a:gd name="connsiteY2" fmla="*/ 434340 h 434340"/>
                  <a:gd name="connsiteX0" fmla="*/ 127480 w 171612"/>
                  <a:gd name="connsiteY0" fmla="*/ 0 h 434340"/>
                  <a:gd name="connsiteX1" fmla="*/ 956 w 171612"/>
                  <a:gd name="connsiteY1" fmla="*/ 224788 h 434340"/>
                  <a:gd name="connsiteX2" fmla="*/ 171612 w 171612"/>
                  <a:gd name="connsiteY2" fmla="*/ 434340 h 434340"/>
                  <a:gd name="connsiteX0" fmla="*/ 127480 w 171612"/>
                  <a:gd name="connsiteY0" fmla="*/ 0 h 434340"/>
                  <a:gd name="connsiteX1" fmla="*/ 956 w 171612"/>
                  <a:gd name="connsiteY1" fmla="*/ 255744 h 434340"/>
                  <a:gd name="connsiteX2" fmla="*/ 171612 w 171612"/>
                  <a:gd name="connsiteY2" fmla="*/ 434340 h 434340"/>
                </a:gdLst>
                <a:ahLst/>
                <a:cxnLst>
                  <a:cxn ang="0">
                    <a:pos x="connsiteX0" y="connsiteY0"/>
                  </a:cxn>
                  <a:cxn ang="0">
                    <a:pos x="connsiteX1" y="connsiteY1"/>
                  </a:cxn>
                  <a:cxn ang="0">
                    <a:pos x="connsiteX2" y="connsiteY2"/>
                  </a:cxn>
                </a:cxnLst>
                <a:rect l="l" t="t" r="r" b="b"/>
                <a:pathLst>
                  <a:path w="171612" h="434340">
                    <a:moveTo>
                      <a:pt x="127480" y="0"/>
                    </a:moveTo>
                    <a:cubicBezTo>
                      <a:pt x="27997" y="90487"/>
                      <a:pt x="-6399" y="183354"/>
                      <a:pt x="956" y="255744"/>
                    </a:cubicBezTo>
                    <a:cubicBezTo>
                      <a:pt x="8311" y="328134"/>
                      <a:pt x="129609" y="405070"/>
                      <a:pt x="171612" y="434340"/>
                    </a:cubicBezTo>
                  </a:path>
                </a:pathLst>
              </a:custGeom>
              <a:noFill/>
              <a:ln>
                <a:solidFill>
                  <a:srgbClr val="FFC5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ZoneTexte 55">
                <a:extLst>
                  <a:ext uri="{FF2B5EF4-FFF2-40B4-BE49-F238E27FC236}">
                    <a16:creationId xmlns:a16="http://schemas.microsoft.com/office/drawing/2014/main" id="{9D89C822-C7D9-4B5B-B94E-EB3B72E6C49E}"/>
                  </a:ext>
                </a:extLst>
              </p:cNvPr>
              <p:cNvSpPr txBox="1"/>
              <p:nvPr/>
            </p:nvSpPr>
            <p:spPr>
              <a:xfrm>
                <a:off x="66990" y="3994415"/>
                <a:ext cx="1422655" cy="491766"/>
              </a:xfrm>
              <a:prstGeom prst="rect">
                <a:avLst/>
              </a:prstGeom>
              <a:noFill/>
            </p:spPr>
            <p:txBody>
              <a:bodyPr wrap="square" rtlCol="0">
                <a:spAutoFit/>
              </a:bodyPr>
              <a:lstStyle/>
              <a:p>
                <a:pPr algn="ctr"/>
                <a:r>
                  <a:rPr lang="en-US" b="1" dirty="0">
                    <a:solidFill>
                      <a:sysClr val="windowText" lastClr="000000"/>
                    </a:solidFill>
                  </a:rPr>
                  <a:t>Inventory B</a:t>
                </a:r>
                <a:br>
                  <a:rPr lang="en-US" b="1" dirty="0">
                    <a:solidFill>
                      <a:sysClr val="windowText" lastClr="000000"/>
                    </a:solidFill>
                  </a:rPr>
                </a:br>
                <a:r>
                  <a:rPr lang="en-US" dirty="0">
                    <a:solidFill>
                      <a:sysClr val="windowText" lastClr="000000"/>
                    </a:solidFill>
                  </a:rPr>
                  <a:t>2000-2009</a:t>
                </a:r>
              </a:p>
            </p:txBody>
          </p:sp>
          <p:sp>
            <p:nvSpPr>
              <p:cNvPr id="242" name="ZoneTexte 56">
                <a:extLst>
                  <a:ext uri="{FF2B5EF4-FFF2-40B4-BE49-F238E27FC236}">
                    <a16:creationId xmlns:a16="http://schemas.microsoft.com/office/drawing/2014/main" id="{04252F27-EBB6-4CDE-8471-443BA28D4577}"/>
                  </a:ext>
                </a:extLst>
              </p:cNvPr>
              <p:cNvSpPr txBox="1"/>
              <p:nvPr/>
            </p:nvSpPr>
            <p:spPr>
              <a:xfrm>
                <a:off x="66990" y="2763106"/>
                <a:ext cx="1422655" cy="491766"/>
              </a:xfrm>
              <a:prstGeom prst="rect">
                <a:avLst/>
              </a:prstGeom>
              <a:noFill/>
            </p:spPr>
            <p:txBody>
              <a:bodyPr wrap="square" rtlCol="0">
                <a:spAutoFit/>
              </a:bodyPr>
              <a:lstStyle/>
              <a:p>
                <a:pPr algn="ctr"/>
                <a:r>
                  <a:rPr lang="en-US" b="1" dirty="0">
                    <a:solidFill>
                      <a:sysClr val="windowText" lastClr="000000"/>
                    </a:solidFill>
                  </a:rPr>
                  <a:t>Inventory C</a:t>
                </a:r>
                <a:br>
                  <a:rPr lang="en-US" b="1" dirty="0">
                    <a:solidFill>
                      <a:sysClr val="windowText" lastClr="000000"/>
                    </a:solidFill>
                  </a:rPr>
                </a:br>
                <a:r>
                  <a:rPr lang="en-US" dirty="0">
                    <a:solidFill>
                      <a:sysClr val="windowText" lastClr="000000"/>
                    </a:solidFill>
                  </a:rPr>
                  <a:t>2010-2019</a:t>
                </a:r>
              </a:p>
            </p:txBody>
          </p:sp>
          <p:sp>
            <p:nvSpPr>
              <p:cNvPr id="274" name="TextBox 273">
                <a:extLst>
                  <a:ext uri="{FF2B5EF4-FFF2-40B4-BE49-F238E27FC236}">
                    <a16:creationId xmlns:a16="http://schemas.microsoft.com/office/drawing/2014/main" id="{F7051286-DA2B-405B-ABC8-024D7B1FBDE9}"/>
                  </a:ext>
                </a:extLst>
              </p:cNvPr>
              <p:cNvSpPr txBox="1"/>
              <p:nvPr/>
            </p:nvSpPr>
            <p:spPr>
              <a:xfrm>
                <a:off x="2758878" y="2923733"/>
                <a:ext cx="861018" cy="307777"/>
              </a:xfrm>
              <a:prstGeom prst="rect">
                <a:avLst/>
              </a:prstGeom>
              <a:noFill/>
            </p:spPr>
            <p:txBody>
              <a:bodyPr wrap="square" rtlCol="0">
                <a:spAutoFit/>
              </a:bodyPr>
              <a:lstStyle/>
              <a:p>
                <a:pPr algn="ctr"/>
                <a:r>
                  <a:rPr lang="fr-CA" sz="1400" dirty="0"/>
                  <a:t>2005</a:t>
                </a:r>
                <a:endParaRPr lang="en-GB" sz="1400" dirty="0"/>
              </a:p>
            </p:txBody>
          </p:sp>
          <p:sp>
            <p:nvSpPr>
              <p:cNvPr id="275" name="TextBox 274">
                <a:extLst>
                  <a:ext uri="{FF2B5EF4-FFF2-40B4-BE49-F238E27FC236}">
                    <a16:creationId xmlns:a16="http://schemas.microsoft.com/office/drawing/2014/main" id="{4C4BEC1A-86CF-4ADD-B73C-894765918FAA}"/>
                  </a:ext>
                </a:extLst>
              </p:cNvPr>
              <p:cNvSpPr txBox="1"/>
              <p:nvPr/>
            </p:nvSpPr>
            <p:spPr>
              <a:xfrm>
                <a:off x="2784687" y="3961829"/>
                <a:ext cx="861018" cy="307777"/>
              </a:xfrm>
              <a:prstGeom prst="rect">
                <a:avLst/>
              </a:prstGeom>
              <a:noFill/>
            </p:spPr>
            <p:txBody>
              <a:bodyPr wrap="square" rtlCol="0">
                <a:spAutoFit/>
              </a:bodyPr>
              <a:lstStyle/>
              <a:p>
                <a:pPr algn="ctr"/>
                <a:r>
                  <a:rPr lang="fr-CA" sz="1400" dirty="0"/>
                  <a:t>1970</a:t>
                </a:r>
                <a:endParaRPr lang="en-GB" sz="1400" dirty="0"/>
              </a:p>
            </p:txBody>
          </p:sp>
          <p:sp>
            <p:nvSpPr>
              <p:cNvPr id="276" name="TextBox 275">
                <a:extLst>
                  <a:ext uri="{FF2B5EF4-FFF2-40B4-BE49-F238E27FC236}">
                    <a16:creationId xmlns:a16="http://schemas.microsoft.com/office/drawing/2014/main" id="{F2BFB99F-62BA-4B0B-95A7-B286046343C4}"/>
                  </a:ext>
                </a:extLst>
              </p:cNvPr>
              <p:cNvSpPr txBox="1"/>
              <p:nvPr/>
            </p:nvSpPr>
            <p:spPr>
              <a:xfrm>
                <a:off x="2928897" y="5366276"/>
                <a:ext cx="861018" cy="307777"/>
              </a:xfrm>
              <a:prstGeom prst="rect">
                <a:avLst/>
              </a:prstGeom>
              <a:noFill/>
            </p:spPr>
            <p:txBody>
              <a:bodyPr wrap="square" rtlCol="0">
                <a:spAutoFit/>
              </a:bodyPr>
              <a:lstStyle/>
              <a:p>
                <a:pPr algn="ctr"/>
                <a:r>
                  <a:rPr lang="fr-CA" sz="1400" dirty="0"/>
                  <a:t>1971</a:t>
                </a:r>
                <a:endParaRPr lang="en-GB" sz="1400" dirty="0"/>
              </a:p>
            </p:txBody>
          </p:sp>
          <p:sp>
            <p:nvSpPr>
              <p:cNvPr id="277" name="TextBox 276">
                <a:extLst>
                  <a:ext uri="{FF2B5EF4-FFF2-40B4-BE49-F238E27FC236}">
                    <a16:creationId xmlns:a16="http://schemas.microsoft.com/office/drawing/2014/main" id="{CE60C65B-4BB0-4643-BC04-08729F4DE7B2}"/>
                  </a:ext>
                </a:extLst>
              </p:cNvPr>
              <p:cNvSpPr txBox="1"/>
              <p:nvPr/>
            </p:nvSpPr>
            <p:spPr>
              <a:xfrm>
                <a:off x="3263345" y="3772141"/>
                <a:ext cx="861018" cy="307777"/>
              </a:xfrm>
              <a:prstGeom prst="rect">
                <a:avLst/>
              </a:prstGeom>
              <a:noFill/>
            </p:spPr>
            <p:txBody>
              <a:bodyPr wrap="square" rtlCol="0">
                <a:spAutoFit/>
              </a:bodyPr>
              <a:lstStyle/>
              <a:p>
                <a:pPr algn="ctr"/>
                <a:r>
                  <a:rPr lang="fr-CA" sz="1400" dirty="0"/>
                  <a:t>1995</a:t>
                </a:r>
                <a:endParaRPr lang="en-GB" sz="1400" dirty="0"/>
              </a:p>
            </p:txBody>
          </p:sp>
          <p:sp>
            <p:nvSpPr>
              <p:cNvPr id="278" name="TextBox 277">
                <a:extLst>
                  <a:ext uri="{FF2B5EF4-FFF2-40B4-BE49-F238E27FC236}">
                    <a16:creationId xmlns:a16="http://schemas.microsoft.com/office/drawing/2014/main" id="{C38CFFA9-AD95-4301-B3EF-F4365BAA60D0}"/>
                  </a:ext>
                </a:extLst>
              </p:cNvPr>
              <p:cNvSpPr txBox="1"/>
              <p:nvPr/>
            </p:nvSpPr>
            <p:spPr>
              <a:xfrm>
                <a:off x="3259219" y="2761778"/>
                <a:ext cx="861018" cy="307777"/>
              </a:xfrm>
              <a:prstGeom prst="rect">
                <a:avLst/>
              </a:prstGeom>
              <a:noFill/>
            </p:spPr>
            <p:txBody>
              <a:bodyPr wrap="square" rtlCol="0">
                <a:spAutoFit/>
              </a:bodyPr>
              <a:lstStyle/>
              <a:p>
                <a:pPr algn="ctr"/>
                <a:r>
                  <a:rPr lang="fr-CA" sz="1400" dirty="0"/>
                  <a:t>1996</a:t>
                </a:r>
                <a:endParaRPr lang="en-GB" sz="1400" dirty="0"/>
              </a:p>
            </p:txBody>
          </p:sp>
          <p:sp>
            <p:nvSpPr>
              <p:cNvPr id="279" name="TextBox 278">
                <a:extLst>
                  <a:ext uri="{FF2B5EF4-FFF2-40B4-BE49-F238E27FC236}">
                    <a16:creationId xmlns:a16="http://schemas.microsoft.com/office/drawing/2014/main" id="{11382540-361D-4CC5-8BFB-BA01F80C77AF}"/>
                  </a:ext>
                </a:extLst>
              </p:cNvPr>
              <p:cNvSpPr txBox="1"/>
              <p:nvPr/>
            </p:nvSpPr>
            <p:spPr>
              <a:xfrm>
                <a:off x="3778316" y="3069821"/>
                <a:ext cx="861018" cy="307777"/>
              </a:xfrm>
              <a:prstGeom prst="rect">
                <a:avLst/>
              </a:prstGeom>
              <a:noFill/>
            </p:spPr>
            <p:txBody>
              <a:bodyPr wrap="square" rtlCol="0">
                <a:spAutoFit/>
              </a:bodyPr>
              <a:lstStyle/>
              <a:p>
                <a:pPr algn="ctr"/>
                <a:r>
                  <a:rPr lang="fr-CA" sz="1400" dirty="0"/>
                  <a:t>2005</a:t>
                </a:r>
                <a:endParaRPr lang="en-GB" sz="1400" dirty="0"/>
              </a:p>
            </p:txBody>
          </p:sp>
          <p:sp>
            <p:nvSpPr>
              <p:cNvPr id="280" name="TextBox 279">
                <a:extLst>
                  <a:ext uri="{FF2B5EF4-FFF2-40B4-BE49-F238E27FC236}">
                    <a16:creationId xmlns:a16="http://schemas.microsoft.com/office/drawing/2014/main" id="{DCA4AE06-C688-4D00-B714-B180F5E31225}"/>
                  </a:ext>
                </a:extLst>
              </p:cNvPr>
              <p:cNvSpPr txBox="1"/>
              <p:nvPr/>
            </p:nvSpPr>
            <p:spPr>
              <a:xfrm>
                <a:off x="3789915" y="4177345"/>
                <a:ext cx="861018" cy="307777"/>
              </a:xfrm>
              <a:prstGeom prst="rect">
                <a:avLst/>
              </a:prstGeom>
              <a:noFill/>
            </p:spPr>
            <p:txBody>
              <a:bodyPr wrap="square" rtlCol="0">
                <a:spAutoFit/>
              </a:bodyPr>
              <a:lstStyle/>
              <a:p>
                <a:pPr algn="ctr"/>
                <a:r>
                  <a:rPr lang="fr-CA" sz="1400" dirty="0"/>
                  <a:t>1986</a:t>
                </a:r>
                <a:endParaRPr lang="en-GB" sz="1400" dirty="0"/>
              </a:p>
            </p:txBody>
          </p:sp>
          <p:sp>
            <p:nvSpPr>
              <p:cNvPr id="281" name="TextBox 280">
                <a:extLst>
                  <a:ext uri="{FF2B5EF4-FFF2-40B4-BE49-F238E27FC236}">
                    <a16:creationId xmlns:a16="http://schemas.microsoft.com/office/drawing/2014/main" id="{49391B77-926B-4389-B879-1C337EEFCCCA}"/>
                  </a:ext>
                </a:extLst>
              </p:cNvPr>
              <p:cNvSpPr txBox="1"/>
              <p:nvPr/>
            </p:nvSpPr>
            <p:spPr>
              <a:xfrm>
                <a:off x="3829486" y="5382811"/>
                <a:ext cx="861018" cy="307777"/>
              </a:xfrm>
              <a:prstGeom prst="rect">
                <a:avLst/>
              </a:prstGeom>
              <a:noFill/>
            </p:spPr>
            <p:txBody>
              <a:bodyPr wrap="square" rtlCol="0">
                <a:spAutoFit/>
              </a:bodyPr>
              <a:lstStyle/>
              <a:p>
                <a:pPr algn="ctr"/>
                <a:r>
                  <a:rPr lang="fr-CA" sz="1400" dirty="0"/>
                  <a:t>1975</a:t>
                </a:r>
                <a:endParaRPr lang="en-GB" sz="1400" dirty="0"/>
              </a:p>
            </p:txBody>
          </p:sp>
          <p:sp>
            <p:nvSpPr>
              <p:cNvPr id="157" name="TextBox 156">
                <a:extLst>
                  <a:ext uri="{FF2B5EF4-FFF2-40B4-BE49-F238E27FC236}">
                    <a16:creationId xmlns:a16="http://schemas.microsoft.com/office/drawing/2014/main" id="{C968D799-0B5F-4650-AD5E-68A90234343F}"/>
                  </a:ext>
                </a:extLst>
              </p:cNvPr>
              <p:cNvSpPr txBox="1"/>
              <p:nvPr/>
            </p:nvSpPr>
            <p:spPr>
              <a:xfrm>
                <a:off x="1883845" y="2990597"/>
                <a:ext cx="861018" cy="307777"/>
              </a:xfrm>
              <a:prstGeom prst="rect">
                <a:avLst/>
              </a:prstGeom>
              <a:noFill/>
            </p:spPr>
            <p:txBody>
              <a:bodyPr wrap="square" rtlCol="0">
                <a:spAutoFit/>
              </a:bodyPr>
              <a:lstStyle/>
              <a:p>
                <a:pPr algn="ctr"/>
                <a:r>
                  <a:rPr lang="fr-CA" sz="1400" dirty="0"/>
                  <a:t>2005</a:t>
                </a:r>
                <a:endParaRPr lang="en-GB" sz="1400" dirty="0"/>
              </a:p>
            </p:txBody>
          </p:sp>
          <p:sp>
            <p:nvSpPr>
              <p:cNvPr id="158" name="TextBox 157">
                <a:extLst>
                  <a:ext uri="{FF2B5EF4-FFF2-40B4-BE49-F238E27FC236}">
                    <a16:creationId xmlns:a16="http://schemas.microsoft.com/office/drawing/2014/main" id="{9BB93980-08D1-4ED2-A7C2-3433FB4B4A7B}"/>
                  </a:ext>
                </a:extLst>
              </p:cNvPr>
              <p:cNvSpPr txBox="1"/>
              <p:nvPr/>
            </p:nvSpPr>
            <p:spPr>
              <a:xfrm>
                <a:off x="1895444" y="4199719"/>
                <a:ext cx="861018" cy="307777"/>
              </a:xfrm>
              <a:prstGeom prst="rect">
                <a:avLst/>
              </a:prstGeom>
              <a:noFill/>
            </p:spPr>
            <p:txBody>
              <a:bodyPr wrap="square" rtlCol="0">
                <a:spAutoFit/>
              </a:bodyPr>
              <a:lstStyle/>
              <a:p>
                <a:pPr algn="ctr"/>
                <a:r>
                  <a:rPr lang="fr-CA" sz="1400" dirty="0"/>
                  <a:t>1986</a:t>
                </a:r>
                <a:endParaRPr lang="en-GB" sz="1400" dirty="0"/>
              </a:p>
            </p:txBody>
          </p:sp>
          <p:sp>
            <p:nvSpPr>
              <p:cNvPr id="160" name="TextBox 159">
                <a:extLst>
                  <a:ext uri="{FF2B5EF4-FFF2-40B4-BE49-F238E27FC236}">
                    <a16:creationId xmlns:a16="http://schemas.microsoft.com/office/drawing/2014/main" id="{DB54312A-66BD-43E7-AFFD-BDAC481714D2}"/>
                  </a:ext>
                </a:extLst>
              </p:cNvPr>
              <p:cNvSpPr txBox="1"/>
              <p:nvPr/>
            </p:nvSpPr>
            <p:spPr>
              <a:xfrm>
                <a:off x="1935015" y="5434213"/>
                <a:ext cx="861018" cy="307777"/>
              </a:xfrm>
              <a:prstGeom prst="rect">
                <a:avLst/>
              </a:prstGeom>
              <a:noFill/>
            </p:spPr>
            <p:txBody>
              <a:bodyPr wrap="square" rtlCol="0">
                <a:spAutoFit/>
              </a:bodyPr>
              <a:lstStyle/>
              <a:p>
                <a:pPr algn="ctr"/>
                <a:r>
                  <a:rPr lang="fr-CA" sz="1400" dirty="0"/>
                  <a:t>1975</a:t>
                </a:r>
                <a:endParaRPr lang="en-GB" sz="1400" dirty="0"/>
              </a:p>
            </p:txBody>
          </p:sp>
        </p:grpSp>
        <p:sp>
          <p:nvSpPr>
            <p:cNvPr id="162" name="TextBox 161">
              <a:extLst>
                <a:ext uri="{FF2B5EF4-FFF2-40B4-BE49-F238E27FC236}">
                  <a16:creationId xmlns:a16="http://schemas.microsoft.com/office/drawing/2014/main" id="{B533A073-58A2-426F-8F04-81A2AA9A2BC6}"/>
                </a:ext>
              </a:extLst>
            </p:cNvPr>
            <p:cNvSpPr txBox="1"/>
            <p:nvPr/>
          </p:nvSpPr>
          <p:spPr>
            <a:xfrm>
              <a:off x="1094948" y="1732856"/>
              <a:ext cx="3786362" cy="584775"/>
            </a:xfrm>
            <a:prstGeom prst="rect">
              <a:avLst/>
            </a:prstGeom>
            <a:noFill/>
          </p:spPr>
          <p:txBody>
            <a:bodyPr wrap="square" rtlCol="0">
              <a:spAutoFit/>
            </a:bodyPr>
            <a:lstStyle/>
            <a:p>
              <a:pPr algn="ctr"/>
              <a:r>
                <a:rPr lang="fr-CA" sz="1600" b="1" dirty="0"/>
                <a:t>Raw </a:t>
              </a:r>
              <a:r>
                <a:rPr lang="fr-CA" sz="1600" b="1" dirty="0" err="1"/>
                <a:t>translated</a:t>
              </a:r>
              <a:r>
                <a:rPr lang="fr-CA" sz="1600" b="1" dirty="0"/>
                <a:t> stack of inventories </a:t>
              </a:r>
              <a:r>
                <a:rPr lang="fr-CA" sz="1600" b="1" dirty="0" err="1"/>
                <a:t>with</a:t>
              </a:r>
              <a:r>
                <a:rPr lang="fr-CA" sz="1600" b="1" dirty="0"/>
                <a:t> </a:t>
              </a:r>
              <a:r>
                <a:rPr lang="fr-CA" sz="1600" b="1" dirty="0" err="1"/>
                <a:t>ORIGINs</a:t>
              </a:r>
              <a:r>
                <a:rPr lang="fr-CA" sz="1600" b="1" dirty="0"/>
                <a:t> and </a:t>
              </a:r>
              <a:r>
                <a:rPr lang="fr-CA" sz="1600" b="1" dirty="0" err="1"/>
                <a:t>DIST_YEARs</a:t>
              </a:r>
              <a:endParaRPr lang="en-GB" sz="1600" b="1" dirty="0"/>
            </a:p>
          </p:txBody>
        </p:sp>
      </p:grpSp>
      <p:sp>
        <p:nvSpPr>
          <p:cNvPr id="163" name="TextBox 162">
            <a:extLst>
              <a:ext uri="{FF2B5EF4-FFF2-40B4-BE49-F238E27FC236}">
                <a16:creationId xmlns:a16="http://schemas.microsoft.com/office/drawing/2014/main" id="{D39200E6-04A7-4C48-BC7A-920F5FE350FC}"/>
              </a:ext>
            </a:extLst>
          </p:cNvPr>
          <p:cNvSpPr txBox="1"/>
          <p:nvPr/>
        </p:nvSpPr>
        <p:spPr>
          <a:xfrm flipH="1">
            <a:off x="1732039" y="230173"/>
            <a:ext cx="8727923" cy="707886"/>
          </a:xfrm>
          <a:prstGeom prst="rect">
            <a:avLst/>
          </a:prstGeom>
          <a:noFill/>
        </p:spPr>
        <p:txBody>
          <a:bodyPr wrap="square" lIns="91440" tIns="45720" rIns="91440" bIns="45720" rtlCol="0" anchor="t">
            <a:spAutoFit/>
          </a:bodyPr>
          <a:lstStyle/>
          <a:p>
            <a:pPr algn="ctr"/>
            <a:r>
              <a:rPr lang="en-CA" sz="4000" dirty="0" err="1">
                <a:latin typeface="Microsoft Sans Serif"/>
                <a:ea typeface="Microsoft Sans Serif"/>
                <a:cs typeface="Microsoft Sans Serif"/>
              </a:rPr>
              <a:t>GeoHistory</a:t>
            </a:r>
            <a:r>
              <a:rPr lang="en-CA" sz="4000" dirty="0">
                <a:latin typeface="Microsoft Sans Serif"/>
                <a:ea typeface="Microsoft Sans Serif"/>
                <a:cs typeface="Microsoft Sans Serif"/>
              </a:rPr>
              <a:t> with Enhanced Origin</a:t>
            </a:r>
          </a:p>
        </p:txBody>
      </p:sp>
    </p:spTree>
    <p:extLst>
      <p:ext uri="{BB962C8B-B14F-4D97-AF65-F5344CB8AC3E}">
        <p14:creationId xmlns:p14="http://schemas.microsoft.com/office/powerpoint/2010/main" val="1819339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contenu 2">
            <a:extLst>
              <a:ext uri="{FF2B5EF4-FFF2-40B4-BE49-F238E27FC236}">
                <a16:creationId xmlns:a16="http://schemas.microsoft.com/office/drawing/2014/main" id="{CB8360F1-95F2-494C-BBAB-817E2170FCBB}"/>
              </a:ext>
            </a:extLst>
          </p:cNvPr>
          <p:cNvSpPr>
            <a:spLocks noGrp="1"/>
          </p:cNvSpPr>
          <p:nvPr>
            <p:ph idx="1"/>
          </p:nvPr>
        </p:nvSpPr>
        <p:spPr>
          <a:xfrm>
            <a:off x="95375" y="1533159"/>
            <a:ext cx="12096625" cy="5324841"/>
          </a:xfrm>
          <a:solidFill>
            <a:schemeClr val="bg1"/>
          </a:solidFill>
        </p:spPr>
        <p:txBody>
          <a:bodyPr>
            <a:normAutofit fontScale="92500" lnSpcReduction="20000"/>
          </a:bodyPr>
          <a:lstStyle/>
          <a:p>
            <a:pPr marL="182563" indent="-182563">
              <a:lnSpc>
                <a:spcPct val="100000"/>
              </a:lnSpc>
            </a:pPr>
            <a:r>
              <a:rPr lang="en-US" sz="2400" dirty="0"/>
              <a:t>Preserve the topological integrity of the </a:t>
            </a:r>
            <a:r>
              <a:rPr lang="en-US" sz="2400" dirty="0" err="1"/>
              <a:t>GeoHistory</a:t>
            </a:r>
            <a:r>
              <a:rPr lang="en-US" sz="2400" dirty="0"/>
              <a:t> table in space and time (no overlaps).</a:t>
            </a:r>
          </a:p>
          <a:p>
            <a:pPr marL="182563" indent="-182563">
              <a:lnSpc>
                <a:spcPct val="100000"/>
              </a:lnSpc>
            </a:pPr>
            <a:r>
              <a:rPr lang="en-US" sz="2400" dirty="0"/>
              <a:t>Disturbance info is preserved</a:t>
            </a:r>
          </a:p>
          <a:p>
            <a:pPr marL="639763" lvl="1" indent="-182563">
              <a:lnSpc>
                <a:spcPct val="100000"/>
              </a:lnSpc>
            </a:pPr>
            <a:r>
              <a:rPr lang="en-US" sz="2000" dirty="0"/>
              <a:t>Stand-replacing disturbances are converted to LYR, NFL or ECO stands. Type and extent are converted to new attributes: CAUSE_OF ORIGIN and CAUSE_OF_ORIGIN_EXT.</a:t>
            </a:r>
          </a:p>
          <a:p>
            <a:pPr marL="639763" lvl="1" indent="-182563">
              <a:lnSpc>
                <a:spcPct val="100000"/>
              </a:lnSpc>
            </a:pPr>
            <a:r>
              <a:rPr lang="en-US" sz="2000" dirty="0"/>
              <a:t>Non stand-replacing disturbances are preserved as is.</a:t>
            </a:r>
          </a:p>
          <a:p>
            <a:pPr marL="182563" indent="-182563">
              <a:lnSpc>
                <a:spcPct val="100000"/>
              </a:lnSpc>
            </a:pPr>
            <a:r>
              <a:rPr lang="en-US" sz="2400" dirty="0"/>
              <a:t>ORIGINs are not modelled (using statistical or succession models).</a:t>
            </a:r>
          </a:p>
          <a:p>
            <a:pPr marL="639763" lvl="1" indent="-182563">
              <a:lnSpc>
                <a:spcPct val="100000"/>
              </a:lnSpc>
            </a:pPr>
            <a:r>
              <a:rPr lang="en-US" sz="2000" dirty="0"/>
              <a:t>They are simply set or reset, across multiple inventories, in accordance to recorded stand-replacing events. Adjusting other age related attributes like HEIGHT, SPECIES, SPECIES_PER and PRODUCTIVITY would require more complex modelling methods (e.g. succession models) which are beyond the scope of CASFRI.</a:t>
            </a:r>
          </a:p>
          <a:p>
            <a:pPr marL="182563" indent="-182563">
              <a:lnSpc>
                <a:spcPct val="100000"/>
              </a:lnSpc>
            </a:pPr>
            <a:r>
              <a:rPr lang="en-US" sz="2400" dirty="0"/>
              <a:t>Target use for the </a:t>
            </a:r>
            <a:r>
              <a:rPr lang="en-US" sz="2400" dirty="0" err="1"/>
              <a:t>GeoHistory</a:t>
            </a:r>
            <a:r>
              <a:rPr lang="en-US" sz="2400" dirty="0"/>
              <a:t> Enhanced table:</a:t>
            </a:r>
          </a:p>
          <a:p>
            <a:pPr marL="355600" lvl="1" indent="-173038">
              <a:lnSpc>
                <a:spcPct val="100000"/>
              </a:lnSpc>
            </a:pPr>
            <a:r>
              <a:rPr lang="en-US" sz="2000" dirty="0"/>
              <a:t>Intersecting scientific observation geometries (e.g. bird observation locations) to get a unique geometry associated with a corrected ORIGIN.</a:t>
            </a:r>
          </a:p>
          <a:p>
            <a:pPr marL="355600" lvl="1" indent="-173038">
              <a:lnSpc>
                <a:spcPct val="100000"/>
              </a:lnSpc>
            </a:pPr>
            <a:r>
              <a:rPr lang="en-US" sz="2000" dirty="0"/>
              <a:t>Produce yearly maps using a better state of the forest.</a:t>
            </a:r>
          </a:p>
          <a:p>
            <a:pPr marL="355600" lvl="1" indent="-173038">
              <a:lnSpc>
                <a:spcPct val="100000"/>
              </a:lnSpc>
            </a:pPr>
            <a:r>
              <a:rPr lang="en-US" sz="2000" dirty="0"/>
              <a:t>Provide better training data to other projects like SCANFI, FORSITE (</a:t>
            </a:r>
            <a:r>
              <a:rPr lang="en-US" sz="2000" dirty="0" err="1"/>
              <a:t>SpaDES</a:t>
            </a:r>
            <a:r>
              <a:rPr lang="en-US" sz="2000" dirty="0"/>
              <a:t>).</a:t>
            </a:r>
          </a:p>
          <a:p>
            <a:pPr marL="355600" lvl="1" indent="-173038">
              <a:lnSpc>
                <a:spcPct val="100000"/>
              </a:lnSpc>
            </a:pPr>
            <a:r>
              <a:rPr lang="en-US" sz="2000" dirty="0"/>
              <a:t>Make the most of the unique pan-Canadian stack of inventories provided by CASFRI.</a:t>
            </a:r>
          </a:p>
          <a:p>
            <a:pPr marL="182563" indent="-182563">
              <a:lnSpc>
                <a:spcPct val="100000"/>
              </a:lnSpc>
            </a:pPr>
            <a:r>
              <a:rPr lang="en-US" sz="2400" dirty="0"/>
              <a:t>Request For Comment from any team having considered or undertaken a similar project.</a:t>
            </a:r>
          </a:p>
        </p:txBody>
      </p:sp>
      <p:sp>
        <p:nvSpPr>
          <p:cNvPr id="8" name="TextBox 7"/>
          <p:cNvSpPr txBox="1"/>
          <p:nvPr/>
        </p:nvSpPr>
        <p:spPr>
          <a:xfrm flipH="1">
            <a:off x="1536096" y="298296"/>
            <a:ext cx="9119809" cy="707886"/>
          </a:xfrm>
          <a:prstGeom prst="rect">
            <a:avLst/>
          </a:prstGeom>
          <a:noFill/>
        </p:spPr>
        <p:txBody>
          <a:bodyPr wrap="square" lIns="91440" tIns="45720" rIns="91440" bIns="45720" rtlCol="0" anchor="t">
            <a:spAutoFit/>
          </a:bodyPr>
          <a:lstStyle/>
          <a:p>
            <a:pPr algn="ctr"/>
            <a:r>
              <a:rPr lang="en-CA" sz="4000" dirty="0" err="1">
                <a:latin typeface="Microsoft Sans Serif"/>
                <a:ea typeface="Microsoft Sans Serif"/>
                <a:cs typeface="Microsoft Sans Serif"/>
              </a:rPr>
              <a:t>GeoHistory</a:t>
            </a: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 w</a:t>
            </a:r>
            <a:r>
              <a:rPr lang="en-CA" sz="4000" dirty="0">
                <a:latin typeface="Microsoft Sans Serif"/>
                <a:ea typeface="Microsoft Sans Serif"/>
                <a:cs typeface="Microsoft Sans Serif"/>
              </a:rPr>
              <a:t>ith Enhanced Origin</a:t>
            </a:r>
          </a:p>
        </p:txBody>
      </p:sp>
    </p:spTree>
    <p:extLst>
      <p:ext uri="{BB962C8B-B14F-4D97-AF65-F5344CB8AC3E}">
        <p14:creationId xmlns:p14="http://schemas.microsoft.com/office/powerpoint/2010/main" val="2065727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wipe(left)">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wipe(left)">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wipe(left)">
                                      <p:cBhvr>
                                        <p:cTn id="47" dur="500"/>
                                        <p:tgtEl>
                                          <p:spTgt spid="1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xEl>
                                              <p:pRg st="9" end="9"/>
                                            </p:txEl>
                                          </p:spTgt>
                                        </p:tgtEl>
                                        <p:attrNameLst>
                                          <p:attrName>style.visibility</p:attrName>
                                        </p:attrNameLst>
                                      </p:cBhvr>
                                      <p:to>
                                        <p:strVal val="visible"/>
                                      </p:to>
                                    </p:set>
                                    <p:animEffect transition="in" filter="wipe(left)">
                                      <p:cBhvr>
                                        <p:cTn id="52" dur="500"/>
                                        <p:tgtEl>
                                          <p:spTgt spid="1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3">
                                            <p:txEl>
                                              <p:pRg st="10" end="10"/>
                                            </p:txEl>
                                          </p:spTgt>
                                        </p:tgtEl>
                                        <p:attrNameLst>
                                          <p:attrName>style.visibility</p:attrName>
                                        </p:attrNameLst>
                                      </p:cBhvr>
                                      <p:to>
                                        <p:strVal val="visible"/>
                                      </p:to>
                                    </p:set>
                                    <p:animEffect transition="in" filter="wipe(left)">
                                      <p:cBhvr>
                                        <p:cTn id="57" dur="500"/>
                                        <p:tgtEl>
                                          <p:spTgt spid="1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
                                            <p:txEl>
                                              <p:pRg st="11" end="11"/>
                                            </p:txEl>
                                          </p:spTgt>
                                        </p:tgtEl>
                                        <p:attrNameLst>
                                          <p:attrName>style.visibility</p:attrName>
                                        </p:attrNameLst>
                                      </p:cBhvr>
                                      <p:to>
                                        <p:strVal val="visible"/>
                                      </p:to>
                                    </p:set>
                                    <p:animEffect transition="in" filter="wipe(left)">
                                      <p:cBhvr>
                                        <p:cTn id="62" dur="500"/>
                                        <p:tgtEl>
                                          <p:spTgt spid="1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contenu 2">
            <a:extLst>
              <a:ext uri="{FF2B5EF4-FFF2-40B4-BE49-F238E27FC236}">
                <a16:creationId xmlns:a16="http://schemas.microsoft.com/office/drawing/2014/main" id="{86836C8A-8539-45D3-A04A-1760F3B9D206}"/>
              </a:ext>
            </a:extLst>
          </p:cNvPr>
          <p:cNvSpPr>
            <a:spLocks noGrp="1"/>
          </p:cNvSpPr>
          <p:nvPr>
            <p:ph idx="1"/>
          </p:nvPr>
        </p:nvSpPr>
        <p:spPr>
          <a:xfrm>
            <a:off x="95375" y="1443218"/>
            <a:ext cx="10286582" cy="5414782"/>
          </a:xfrm>
          <a:solidFill>
            <a:schemeClr val="bg1"/>
          </a:solidFill>
        </p:spPr>
        <p:txBody>
          <a:bodyPr vert="horz" lIns="91440" tIns="45720" rIns="91440" bIns="45720" rtlCol="0" anchor="t">
            <a:normAutofit lnSpcReduction="10000"/>
          </a:bodyPr>
          <a:lstStyle/>
          <a:p>
            <a:pPr marL="0" indent="0">
              <a:lnSpc>
                <a:spcPct val="120000"/>
              </a:lnSpc>
              <a:buNone/>
            </a:pPr>
            <a:r>
              <a:rPr lang="en-US" b="1" dirty="0"/>
              <a:t>New, improved schema, based on only 4 tables</a:t>
            </a:r>
          </a:p>
          <a:p>
            <a:pPr marL="355600" lvl="2" indent="-169545">
              <a:lnSpc>
                <a:spcPct val="120000"/>
              </a:lnSpc>
            </a:pPr>
            <a:r>
              <a:rPr lang="en-US" sz="1600" b="1" dirty="0"/>
              <a:t>INVENTORY</a:t>
            </a:r>
            <a:r>
              <a:rPr lang="en-US" sz="1600" dirty="0"/>
              <a:t> modeling the source inventories. Having one or more…</a:t>
            </a:r>
            <a:endParaRPr lang="en-US" sz="1600" dirty="0">
              <a:ea typeface="Calibri"/>
              <a:cs typeface="Calibri"/>
            </a:endParaRPr>
          </a:p>
          <a:p>
            <a:pPr marL="355600" lvl="2" indent="-169545">
              <a:lnSpc>
                <a:spcPct val="120000"/>
              </a:lnSpc>
            </a:pPr>
            <a:r>
              <a:rPr lang="en-US" sz="1600" b="1" dirty="0"/>
              <a:t>STAND</a:t>
            </a:r>
            <a:r>
              <a:rPr lang="en-US" sz="1600" dirty="0"/>
              <a:t> (geometry, area, </a:t>
            </a:r>
            <a:r>
              <a:rPr lang="en-US" sz="1600" dirty="0" err="1"/>
              <a:t>eco_site</a:t>
            </a:r>
            <a:r>
              <a:rPr lang="en-US" sz="1600" dirty="0"/>
              <a:t>, </a:t>
            </a:r>
            <a:r>
              <a:rPr lang="en-US" sz="1600" dirty="0" err="1"/>
              <a:t>site_class</a:t>
            </a:r>
            <a:r>
              <a:rPr lang="en-US" sz="1600" dirty="0"/>
              <a:t>, moisture regime, </a:t>
            </a:r>
            <a:r>
              <a:rPr lang="en-US" sz="1600" dirty="0" err="1"/>
              <a:t>etc</a:t>
            </a:r>
            <a:r>
              <a:rPr lang="en-US" sz="1600" dirty="0"/>
              <a:t>…). Having one or more…</a:t>
            </a:r>
            <a:endParaRPr lang="en-US" sz="1600" dirty="0">
              <a:ea typeface="Calibri"/>
              <a:cs typeface="Calibri"/>
            </a:endParaRPr>
          </a:p>
          <a:p>
            <a:pPr marL="355600" lvl="2" indent="-169545">
              <a:lnSpc>
                <a:spcPct val="120000"/>
              </a:lnSpc>
            </a:pPr>
            <a:r>
              <a:rPr lang="en-US" sz="1600" b="1" dirty="0"/>
              <a:t>LAYER</a:t>
            </a:r>
            <a:r>
              <a:rPr lang="en-US" sz="1600" dirty="0"/>
              <a:t> Overstory or understory, vertical or horizontal. Traditional but also new kind of layers (disturbance, soil, geology, </a:t>
            </a:r>
            <a:r>
              <a:rPr lang="en-US" sz="1600" dirty="0" err="1"/>
              <a:t>etc</a:t>
            </a:r>
            <a:r>
              <a:rPr lang="en-US" sz="1600" dirty="0"/>
              <a:t>…). Having one or more…</a:t>
            </a:r>
            <a:endParaRPr lang="en-US" sz="1600" dirty="0">
              <a:ea typeface="Calibri"/>
              <a:cs typeface="Calibri"/>
            </a:endParaRPr>
          </a:p>
          <a:p>
            <a:pPr marL="355600" lvl="2" indent="-169545">
              <a:lnSpc>
                <a:spcPct val="120000"/>
              </a:lnSpc>
            </a:pPr>
            <a:r>
              <a:rPr lang="en-US" sz="1600" b="1" dirty="0"/>
              <a:t>COMPONENT </a:t>
            </a:r>
            <a:r>
              <a:rPr lang="en-US" sz="1600" dirty="0"/>
              <a:t>describing non spatially defined stand parts covering certain percentages of the component area.</a:t>
            </a:r>
            <a:endParaRPr lang="en-US" sz="1600" dirty="0">
              <a:ea typeface="Calibri"/>
              <a:cs typeface="Calibri"/>
            </a:endParaRPr>
          </a:p>
          <a:p>
            <a:pPr marL="185420" lvl="1" indent="-185420">
              <a:lnSpc>
                <a:spcPct val="120000"/>
              </a:lnSpc>
            </a:pPr>
            <a:r>
              <a:rPr lang="en-US" sz="1800" dirty="0"/>
              <a:t>Each COMPONENT is described by a multi-level (2 or 3) classification scheme instead of storing different components in different tables (LYR, NFL and ECO) (e.g. conifer/</a:t>
            </a:r>
            <a:r>
              <a:rPr lang="en-US" sz="1800" dirty="0" err="1"/>
              <a:t>pice_mari</a:t>
            </a:r>
            <a:r>
              <a:rPr lang="en-US" sz="1800" dirty="0"/>
              <a:t>/percent or water/river/percent).</a:t>
            </a:r>
            <a:endParaRPr lang="en-US" sz="1800" dirty="0">
              <a:ea typeface="Calibri"/>
              <a:cs typeface="Calibri"/>
            </a:endParaRPr>
          </a:p>
          <a:p>
            <a:pPr marL="185420" lvl="1" indent="-185420">
              <a:lnSpc>
                <a:spcPct val="120000"/>
              </a:lnSpc>
            </a:pPr>
            <a:r>
              <a:rPr lang="en-US" sz="1800" dirty="0"/>
              <a:t>Species would be stored as a variable number of COMPONENT instead of a fix number (10 species in the current schema).</a:t>
            </a:r>
            <a:endParaRPr lang="en-US" sz="1800" dirty="0">
              <a:ea typeface="Calibri"/>
              <a:cs typeface="Calibri"/>
            </a:endParaRPr>
          </a:p>
          <a:p>
            <a:pPr marL="185420" lvl="1" indent="-185420">
              <a:lnSpc>
                <a:spcPct val="120000"/>
              </a:lnSpc>
            </a:pPr>
            <a:r>
              <a:rPr lang="en-US" sz="1800" dirty="0"/>
              <a:t>Naturally Non-Vegetated, Non-Forested Anthropogenic and Non-Forested Vegetated would either become three different types of LAYERS or three different types of COMPONENT in a non-forested LAYER.</a:t>
            </a:r>
            <a:endParaRPr lang="en-US" sz="1800" dirty="0">
              <a:ea typeface="Calibri"/>
              <a:cs typeface="Calibri"/>
            </a:endParaRPr>
          </a:p>
          <a:p>
            <a:pPr marL="185420" lvl="1" indent="-185420">
              <a:lnSpc>
                <a:spcPct val="120000"/>
              </a:lnSpc>
            </a:pPr>
            <a:r>
              <a:rPr lang="en-US" sz="1800" dirty="0"/>
              <a:t>Review the semantic and the structure of many attributes (CAS_ID, STAND_PHOTO_YEAR, </a:t>
            </a:r>
            <a:r>
              <a:rPr lang="en-GB" sz="1800" dirty="0"/>
              <a:t>PRODUCTIVITY vs PRODUCTIVITY_TYPE vs SITE_CLASS vs SITE_INDEX, </a:t>
            </a:r>
            <a:r>
              <a:rPr lang="en-US" sz="1800" dirty="0"/>
              <a:t>most HDR attributes).</a:t>
            </a:r>
          </a:p>
          <a:p>
            <a:pPr marL="185420" lvl="1" indent="-185420">
              <a:lnSpc>
                <a:spcPct val="120000"/>
              </a:lnSpc>
            </a:pPr>
            <a:r>
              <a:rPr lang="en-US" sz="1800" dirty="0">
                <a:ea typeface="Calibri"/>
                <a:cs typeface="Calibri"/>
              </a:rPr>
              <a:t>Disturbances could also be modelled in a “disturbance” layer.</a:t>
            </a:r>
          </a:p>
          <a:p>
            <a:pPr marL="352425" lvl="1" indent="-169863">
              <a:lnSpc>
                <a:spcPct val="120000"/>
              </a:lnSpc>
            </a:pPr>
            <a:endParaRPr lang="en-US" sz="1800" dirty="0"/>
          </a:p>
        </p:txBody>
      </p:sp>
      <p:sp>
        <p:nvSpPr>
          <p:cNvPr id="8" name="TextBox 7"/>
          <p:cNvSpPr txBox="1"/>
          <p:nvPr/>
        </p:nvSpPr>
        <p:spPr>
          <a:xfrm flipH="1">
            <a:off x="612655" y="475706"/>
            <a:ext cx="10568816" cy="707886"/>
          </a:xfrm>
          <a:prstGeom prst="rect">
            <a:avLst/>
          </a:prstGeom>
          <a:noFill/>
        </p:spPr>
        <p:txBody>
          <a:bodyPr wrap="square" rtlCol="0">
            <a:spAutoFit/>
          </a:bodyPr>
          <a:lstStyle/>
          <a:p>
            <a:pPr algn="ct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Other CASFRI Projects Under Consideration</a:t>
            </a:r>
          </a:p>
        </p:txBody>
      </p:sp>
      <p:sp>
        <p:nvSpPr>
          <p:cNvPr id="2" name="Rectangle: Rounded Corners 1">
            <a:extLst>
              <a:ext uri="{FF2B5EF4-FFF2-40B4-BE49-F238E27FC236}">
                <a16:creationId xmlns:a16="http://schemas.microsoft.com/office/drawing/2014/main" id="{5334CB6B-C76A-43ED-8DE1-12ABB2DDD16D}"/>
              </a:ext>
            </a:extLst>
          </p:cNvPr>
          <p:cNvSpPr/>
          <p:nvPr/>
        </p:nvSpPr>
        <p:spPr>
          <a:xfrm>
            <a:off x="10381958" y="1631851"/>
            <a:ext cx="1533378" cy="684000"/>
          </a:xfrm>
          <a:prstGeom prst="roundRect">
            <a:avLst/>
          </a:prstGeom>
          <a:solidFill>
            <a:schemeClr val="bg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solidFill>
                  <a:sysClr val="windowText" lastClr="000000"/>
                </a:solidFill>
              </a:rPr>
              <a:t>INVENTORY</a:t>
            </a:r>
            <a:endParaRPr lang="en-GB" dirty="0">
              <a:solidFill>
                <a:sysClr val="windowText" lastClr="000000"/>
              </a:solidFill>
            </a:endParaRPr>
          </a:p>
        </p:txBody>
      </p:sp>
      <p:grpSp>
        <p:nvGrpSpPr>
          <p:cNvPr id="21" name="Group 20">
            <a:extLst>
              <a:ext uri="{FF2B5EF4-FFF2-40B4-BE49-F238E27FC236}">
                <a16:creationId xmlns:a16="http://schemas.microsoft.com/office/drawing/2014/main" id="{85F80E51-AA1B-4062-A0E7-505D0148AE6F}"/>
              </a:ext>
            </a:extLst>
          </p:cNvPr>
          <p:cNvGrpSpPr/>
          <p:nvPr/>
        </p:nvGrpSpPr>
        <p:grpSpPr>
          <a:xfrm>
            <a:off x="10381958" y="2315851"/>
            <a:ext cx="1533378" cy="1338393"/>
            <a:chOff x="10381958" y="2315851"/>
            <a:chExt cx="1533378" cy="1338393"/>
          </a:xfrm>
        </p:grpSpPr>
        <p:sp>
          <p:nvSpPr>
            <p:cNvPr id="9" name="Rectangle: Rounded Corners 8">
              <a:extLst>
                <a:ext uri="{FF2B5EF4-FFF2-40B4-BE49-F238E27FC236}">
                  <a16:creationId xmlns:a16="http://schemas.microsoft.com/office/drawing/2014/main" id="{01AC8FDA-7B4A-46AB-95BB-442B6B7F3340}"/>
                </a:ext>
              </a:extLst>
            </p:cNvPr>
            <p:cNvSpPr/>
            <p:nvPr/>
          </p:nvSpPr>
          <p:spPr>
            <a:xfrm>
              <a:off x="10381958" y="2970244"/>
              <a:ext cx="1533378" cy="684000"/>
            </a:xfrm>
            <a:prstGeom prst="roundRect">
              <a:avLst/>
            </a:prstGeom>
            <a:solidFill>
              <a:schemeClr val="bg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solidFill>
                    <a:sysClr val="windowText" lastClr="000000"/>
                  </a:solidFill>
                </a:rPr>
                <a:t>STAND</a:t>
              </a:r>
              <a:endParaRPr lang="en-GB" dirty="0">
                <a:solidFill>
                  <a:sysClr val="windowText" lastClr="000000"/>
                </a:solidFill>
              </a:endParaRPr>
            </a:p>
          </p:txBody>
        </p:sp>
        <p:cxnSp>
          <p:nvCxnSpPr>
            <p:cNvPr id="12" name="Straight Arrow Connector 11">
              <a:extLst>
                <a:ext uri="{FF2B5EF4-FFF2-40B4-BE49-F238E27FC236}">
                  <a16:creationId xmlns:a16="http://schemas.microsoft.com/office/drawing/2014/main" id="{8FD70B1C-2723-4891-A272-3D165BADD786}"/>
                </a:ext>
              </a:extLst>
            </p:cNvPr>
            <p:cNvCxnSpPr>
              <a:cxnSpLocks/>
              <a:stCxn id="2" idx="2"/>
              <a:endCxn id="9" idx="0"/>
            </p:cNvCxnSpPr>
            <p:nvPr/>
          </p:nvCxnSpPr>
          <p:spPr>
            <a:xfrm>
              <a:off x="11148647" y="2315851"/>
              <a:ext cx="0" cy="654393"/>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40A709A-FED6-47F2-93F9-014E4E5C8D46}"/>
                </a:ext>
              </a:extLst>
            </p:cNvPr>
            <p:cNvSpPr txBox="1"/>
            <p:nvPr/>
          </p:nvSpPr>
          <p:spPr>
            <a:xfrm>
              <a:off x="11148646" y="2458381"/>
              <a:ext cx="604911" cy="369332"/>
            </a:xfrm>
            <a:prstGeom prst="rect">
              <a:avLst/>
            </a:prstGeom>
            <a:noFill/>
          </p:spPr>
          <p:txBody>
            <a:bodyPr wrap="square" rtlCol="0">
              <a:spAutoFit/>
            </a:bodyPr>
            <a:lstStyle/>
            <a:p>
              <a:pPr algn="ctr"/>
              <a:r>
                <a:rPr lang="fr-CA" dirty="0"/>
                <a:t>1-n</a:t>
              </a:r>
              <a:endParaRPr lang="en-GB" dirty="0"/>
            </a:p>
          </p:txBody>
        </p:sp>
      </p:grpSp>
      <p:grpSp>
        <p:nvGrpSpPr>
          <p:cNvPr id="22" name="Group 21">
            <a:extLst>
              <a:ext uri="{FF2B5EF4-FFF2-40B4-BE49-F238E27FC236}">
                <a16:creationId xmlns:a16="http://schemas.microsoft.com/office/drawing/2014/main" id="{251793D9-29D9-487E-8BC5-252757B7DF39}"/>
              </a:ext>
            </a:extLst>
          </p:cNvPr>
          <p:cNvGrpSpPr/>
          <p:nvPr/>
        </p:nvGrpSpPr>
        <p:grpSpPr>
          <a:xfrm>
            <a:off x="10381957" y="3654244"/>
            <a:ext cx="1533378" cy="1338393"/>
            <a:chOff x="10381957" y="3654244"/>
            <a:chExt cx="1533378" cy="1338393"/>
          </a:xfrm>
        </p:grpSpPr>
        <p:sp>
          <p:nvSpPr>
            <p:cNvPr id="10" name="Rectangle: Rounded Corners 9">
              <a:extLst>
                <a:ext uri="{FF2B5EF4-FFF2-40B4-BE49-F238E27FC236}">
                  <a16:creationId xmlns:a16="http://schemas.microsoft.com/office/drawing/2014/main" id="{C3798CF7-0C11-4949-AFCA-84F1EF3E1CDF}"/>
                </a:ext>
              </a:extLst>
            </p:cNvPr>
            <p:cNvSpPr/>
            <p:nvPr/>
          </p:nvSpPr>
          <p:spPr>
            <a:xfrm>
              <a:off x="10381957" y="4308637"/>
              <a:ext cx="1533378" cy="684000"/>
            </a:xfrm>
            <a:prstGeom prst="roundRect">
              <a:avLst/>
            </a:prstGeom>
            <a:solidFill>
              <a:schemeClr val="bg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solidFill>
                    <a:sysClr val="windowText" lastClr="000000"/>
                  </a:solidFill>
                </a:rPr>
                <a:t>LAYER</a:t>
              </a:r>
              <a:endParaRPr lang="en-GB" dirty="0">
                <a:solidFill>
                  <a:sysClr val="windowText" lastClr="000000"/>
                </a:solidFill>
              </a:endParaRPr>
            </a:p>
          </p:txBody>
        </p:sp>
        <p:cxnSp>
          <p:nvCxnSpPr>
            <p:cNvPr id="16" name="Straight Arrow Connector 15">
              <a:extLst>
                <a:ext uri="{FF2B5EF4-FFF2-40B4-BE49-F238E27FC236}">
                  <a16:creationId xmlns:a16="http://schemas.microsoft.com/office/drawing/2014/main" id="{48D9FD84-1656-4C9C-BB9D-D9E95EA6CF5D}"/>
                </a:ext>
              </a:extLst>
            </p:cNvPr>
            <p:cNvCxnSpPr>
              <a:cxnSpLocks/>
            </p:cNvCxnSpPr>
            <p:nvPr/>
          </p:nvCxnSpPr>
          <p:spPr>
            <a:xfrm>
              <a:off x="11181471" y="3654244"/>
              <a:ext cx="0" cy="654393"/>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CE88CF4-4FF0-4EC3-91F1-DE799D6C5C12}"/>
                </a:ext>
              </a:extLst>
            </p:cNvPr>
            <p:cNvSpPr txBox="1"/>
            <p:nvPr/>
          </p:nvSpPr>
          <p:spPr>
            <a:xfrm>
              <a:off x="11148646" y="3795164"/>
              <a:ext cx="604911" cy="369332"/>
            </a:xfrm>
            <a:prstGeom prst="rect">
              <a:avLst/>
            </a:prstGeom>
            <a:noFill/>
          </p:spPr>
          <p:txBody>
            <a:bodyPr wrap="square" rtlCol="0">
              <a:spAutoFit/>
            </a:bodyPr>
            <a:lstStyle/>
            <a:p>
              <a:pPr algn="ctr"/>
              <a:r>
                <a:rPr lang="fr-CA" dirty="0"/>
                <a:t>1-n</a:t>
              </a:r>
              <a:endParaRPr lang="en-GB" dirty="0"/>
            </a:p>
          </p:txBody>
        </p:sp>
      </p:grpSp>
      <p:grpSp>
        <p:nvGrpSpPr>
          <p:cNvPr id="23" name="Group 22">
            <a:extLst>
              <a:ext uri="{FF2B5EF4-FFF2-40B4-BE49-F238E27FC236}">
                <a16:creationId xmlns:a16="http://schemas.microsoft.com/office/drawing/2014/main" id="{A7982F87-9C22-4757-8659-38953BAA77B6}"/>
              </a:ext>
            </a:extLst>
          </p:cNvPr>
          <p:cNvGrpSpPr/>
          <p:nvPr/>
        </p:nvGrpSpPr>
        <p:grpSpPr>
          <a:xfrm>
            <a:off x="10381957" y="4992636"/>
            <a:ext cx="1533378" cy="1338393"/>
            <a:chOff x="10381957" y="4992636"/>
            <a:chExt cx="1533378" cy="1338393"/>
          </a:xfrm>
        </p:grpSpPr>
        <p:sp>
          <p:nvSpPr>
            <p:cNvPr id="11" name="Rectangle: Rounded Corners 10">
              <a:extLst>
                <a:ext uri="{FF2B5EF4-FFF2-40B4-BE49-F238E27FC236}">
                  <a16:creationId xmlns:a16="http://schemas.microsoft.com/office/drawing/2014/main" id="{1CF9EB6C-ED7F-4D7C-AFB0-694A861177F7}"/>
                </a:ext>
              </a:extLst>
            </p:cNvPr>
            <p:cNvSpPr/>
            <p:nvPr/>
          </p:nvSpPr>
          <p:spPr>
            <a:xfrm>
              <a:off x="10381957" y="5647029"/>
              <a:ext cx="1533378" cy="684000"/>
            </a:xfrm>
            <a:prstGeom prst="roundRect">
              <a:avLst/>
            </a:prstGeom>
            <a:solidFill>
              <a:schemeClr val="bg2"/>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dirty="0">
                  <a:solidFill>
                    <a:sysClr val="windowText" lastClr="000000"/>
                  </a:solidFill>
                </a:rPr>
                <a:t>COMPONENT</a:t>
              </a:r>
              <a:endParaRPr lang="en-GB" dirty="0">
                <a:solidFill>
                  <a:sysClr val="windowText" lastClr="000000"/>
                </a:solidFill>
              </a:endParaRPr>
            </a:p>
          </p:txBody>
        </p:sp>
        <p:cxnSp>
          <p:nvCxnSpPr>
            <p:cNvPr id="17" name="Straight Arrow Connector 16">
              <a:extLst>
                <a:ext uri="{FF2B5EF4-FFF2-40B4-BE49-F238E27FC236}">
                  <a16:creationId xmlns:a16="http://schemas.microsoft.com/office/drawing/2014/main" id="{7E17199D-2D24-410A-9753-014FC174DF26}"/>
                </a:ext>
              </a:extLst>
            </p:cNvPr>
            <p:cNvCxnSpPr>
              <a:cxnSpLocks/>
            </p:cNvCxnSpPr>
            <p:nvPr/>
          </p:nvCxnSpPr>
          <p:spPr>
            <a:xfrm>
              <a:off x="11186161" y="4992636"/>
              <a:ext cx="0" cy="654393"/>
            </a:xfrm>
            <a:prstGeom prst="straightConnector1">
              <a:avLst/>
            </a:prstGeom>
            <a:ln w="381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06CAA86-548D-4DA8-9CA3-87C00733C2CC}"/>
                </a:ext>
              </a:extLst>
            </p:cNvPr>
            <p:cNvSpPr txBox="1"/>
            <p:nvPr/>
          </p:nvSpPr>
          <p:spPr>
            <a:xfrm>
              <a:off x="11148646" y="5120058"/>
              <a:ext cx="604911" cy="369332"/>
            </a:xfrm>
            <a:prstGeom prst="rect">
              <a:avLst/>
            </a:prstGeom>
            <a:noFill/>
          </p:spPr>
          <p:txBody>
            <a:bodyPr wrap="square" rtlCol="0">
              <a:spAutoFit/>
            </a:bodyPr>
            <a:lstStyle/>
            <a:p>
              <a:pPr algn="ctr"/>
              <a:r>
                <a:rPr lang="fr-CA" dirty="0"/>
                <a:t>1-n</a:t>
              </a:r>
              <a:endParaRPr lang="en-GB" dirty="0"/>
            </a:p>
          </p:txBody>
        </p:sp>
      </p:grpSp>
    </p:spTree>
    <p:extLst>
      <p:ext uri="{BB962C8B-B14F-4D97-AF65-F5344CB8AC3E}">
        <p14:creationId xmlns:p14="http://schemas.microsoft.com/office/powerpoint/2010/main" val="1969570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wipe(left)">
                                      <p:cBhvr>
                                        <p:cTn id="7" dur="500"/>
                                        <p:tgtEl>
                                          <p:spTgt spid="15">
                                            <p:txEl>
                                              <p:pRg st="1" end="1"/>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animEffect transition="in" filter="wipe(left)">
                                      <p:cBhvr>
                                        <p:cTn id="15" dur="500"/>
                                        <p:tgtEl>
                                          <p:spTgt spid="15">
                                            <p:txEl>
                                              <p:pRg st="2" end="2"/>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up)">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5">
                                            <p:txEl>
                                              <p:pRg st="3" end="3"/>
                                            </p:txEl>
                                          </p:spTgt>
                                        </p:tgtEl>
                                        <p:attrNameLst>
                                          <p:attrName>style.visibility</p:attrName>
                                        </p:attrNameLst>
                                      </p:cBhvr>
                                      <p:to>
                                        <p:strVal val="visible"/>
                                      </p:to>
                                    </p:set>
                                    <p:animEffect transition="in" filter="wipe(left)">
                                      <p:cBhvr>
                                        <p:cTn id="23" dur="500"/>
                                        <p:tgtEl>
                                          <p:spTgt spid="15">
                                            <p:txEl>
                                              <p:pRg st="3" end="3"/>
                                            </p:txEl>
                                          </p:spTgt>
                                        </p:tgtEl>
                                      </p:cBhvr>
                                    </p:animEffect>
                                  </p:childTnLst>
                                </p:cTn>
                              </p:par>
                              <p:par>
                                <p:cTn id="24" presetID="22" presetClass="entr" presetSubtype="1"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up)">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xEl>
                                              <p:pRg st="4" end="4"/>
                                            </p:txEl>
                                          </p:spTgt>
                                        </p:tgtEl>
                                        <p:attrNameLst>
                                          <p:attrName>style.visibility</p:attrName>
                                        </p:attrNameLst>
                                      </p:cBhvr>
                                      <p:to>
                                        <p:strVal val="visible"/>
                                      </p:to>
                                    </p:set>
                                    <p:animEffect transition="in" filter="wipe(left)">
                                      <p:cBhvr>
                                        <p:cTn id="31" dur="500"/>
                                        <p:tgtEl>
                                          <p:spTgt spid="15">
                                            <p:txEl>
                                              <p:pRg st="4" end="4"/>
                                            </p:txEl>
                                          </p:spTgt>
                                        </p:tgtEl>
                                      </p:cBhvr>
                                    </p:animEffect>
                                  </p:childTnLst>
                                </p:cTn>
                              </p:par>
                              <p:par>
                                <p:cTn id="32" presetID="22" presetClass="entr" presetSubtype="1"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5">
                                            <p:txEl>
                                              <p:pRg st="5" end="5"/>
                                            </p:txEl>
                                          </p:spTgt>
                                        </p:tgtEl>
                                        <p:attrNameLst>
                                          <p:attrName>style.visibility</p:attrName>
                                        </p:attrNameLst>
                                      </p:cBhvr>
                                      <p:to>
                                        <p:strVal val="visible"/>
                                      </p:to>
                                    </p:set>
                                    <p:animEffect transition="in" filter="wipe(left)">
                                      <p:cBhvr>
                                        <p:cTn id="39" dur="500"/>
                                        <p:tgtEl>
                                          <p:spTgt spid="15">
                                            <p:txEl>
                                              <p:pRg st="5" end="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5">
                                            <p:txEl>
                                              <p:pRg st="6" end="6"/>
                                            </p:txEl>
                                          </p:spTgt>
                                        </p:tgtEl>
                                        <p:attrNameLst>
                                          <p:attrName>style.visibility</p:attrName>
                                        </p:attrNameLst>
                                      </p:cBhvr>
                                      <p:to>
                                        <p:strVal val="visible"/>
                                      </p:to>
                                    </p:set>
                                    <p:animEffect transition="in" filter="wipe(left)">
                                      <p:cBhvr>
                                        <p:cTn id="44" dur="500"/>
                                        <p:tgtEl>
                                          <p:spTgt spid="15">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5">
                                            <p:txEl>
                                              <p:pRg st="7" end="7"/>
                                            </p:txEl>
                                          </p:spTgt>
                                        </p:tgtEl>
                                        <p:attrNameLst>
                                          <p:attrName>style.visibility</p:attrName>
                                        </p:attrNameLst>
                                      </p:cBhvr>
                                      <p:to>
                                        <p:strVal val="visible"/>
                                      </p:to>
                                    </p:set>
                                    <p:animEffect transition="in" filter="wipe(left)">
                                      <p:cBhvr>
                                        <p:cTn id="49" dur="500"/>
                                        <p:tgtEl>
                                          <p:spTgt spid="15">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
                                            <p:txEl>
                                              <p:pRg st="8" end="8"/>
                                            </p:txEl>
                                          </p:spTgt>
                                        </p:tgtEl>
                                        <p:attrNameLst>
                                          <p:attrName>style.visibility</p:attrName>
                                        </p:attrNameLst>
                                      </p:cBhvr>
                                      <p:to>
                                        <p:strVal val="visible"/>
                                      </p:to>
                                    </p:set>
                                    <p:animEffect transition="in" filter="wipe(left)">
                                      <p:cBhvr>
                                        <p:cTn id="54" dur="500"/>
                                        <p:tgtEl>
                                          <p:spTgt spid="15">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5">
                                            <p:txEl>
                                              <p:pRg st="9" end="9"/>
                                            </p:txEl>
                                          </p:spTgt>
                                        </p:tgtEl>
                                        <p:attrNameLst>
                                          <p:attrName>style.visibility</p:attrName>
                                        </p:attrNameLst>
                                      </p:cBhvr>
                                      <p:to>
                                        <p:strVal val="visible"/>
                                      </p:to>
                                    </p:set>
                                    <p:animEffect transition="in" filter="wipe(left)">
                                      <p:cBhvr>
                                        <p:cTn id="59" dur="500"/>
                                        <p:tgtEl>
                                          <p:spTgt spid="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EB34EC6-CC9A-4BAF-B5EB-AAFC74822DBB}"/>
              </a:ext>
            </a:extLst>
          </p:cNvPr>
          <p:cNvGrpSpPr/>
          <p:nvPr/>
        </p:nvGrpSpPr>
        <p:grpSpPr>
          <a:xfrm>
            <a:off x="4070101" y="2270063"/>
            <a:ext cx="6074852" cy="4372508"/>
            <a:chOff x="4070101" y="2270063"/>
            <a:chExt cx="6074852" cy="4372508"/>
          </a:xfrm>
        </p:grpSpPr>
        <p:sp>
          <p:nvSpPr>
            <p:cNvPr id="25" name="ZoneTexte 24">
              <a:extLst>
                <a:ext uri="{FF2B5EF4-FFF2-40B4-BE49-F238E27FC236}">
                  <a16:creationId xmlns:a16="http://schemas.microsoft.com/office/drawing/2014/main" id="{7075DDB8-880A-4635-A974-B3B99A3B893E}"/>
                </a:ext>
              </a:extLst>
            </p:cNvPr>
            <p:cNvSpPr txBox="1"/>
            <p:nvPr/>
          </p:nvSpPr>
          <p:spPr>
            <a:xfrm>
              <a:off x="4070101" y="4302423"/>
              <a:ext cx="6059416" cy="854137"/>
            </a:xfrm>
            <a:prstGeom prst="rect">
              <a:avLst/>
            </a:prstGeom>
            <a:solidFill>
              <a:schemeClr val="accent2">
                <a:lumMod val="20000"/>
                <a:lumOff val="80000"/>
              </a:schemeClr>
            </a:solidFill>
          </p:spPr>
          <p:txBody>
            <a:bodyPr wrap="square" rtlCol="0">
              <a:spAutoFit/>
            </a:bodyPr>
            <a:lstStyle/>
            <a:p>
              <a:r>
                <a:rPr lang="fr-CA" b="1" dirty="0"/>
                <a:t>COMPONENT 1 - </a:t>
              </a:r>
              <a:r>
                <a:rPr lang="fr-CA" dirty="0" err="1"/>
                <a:t>deciduous</a:t>
              </a:r>
              <a:r>
                <a:rPr lang="fr-CA" dirty="0"/>
                <a:t>/</a:t>
              </a:r>
              <a:r>
                <a:rPr lang="fr-CA" dirty="0" err="1"/>
                <a:t>alnus</a:t>
              </a:r>
              <a:r>
                <a:rPr lang="fr-CA" dirty="0"/>
                <a:t>/</a:t>
              </a:r>
              <a:r>
                <a:rPr lang="fr-CA" dirty="0" err="1"/>
                <a:t>incana</a:t>
              </a:r>
              <a:r>
                <a:rPr lang="fr-CA" dirty="0"/>
                <a:t>/50</a:t>
              </a:r>
            </a:p>
            <a:p>
              <a:r>
                <a:rPr lang="fr-CA" b="1" dirty="0"/>
                <a:t>COMPONENT 2 - </a:t>
              </a:r>
              <a:r>
                <a:rPr lang="fr-CA" dirty="0" err="1"/>
                <a:t>deciduous</a:t>
              </a:r>
              <a:r>
                <a:rPr lang="fr-CA" dirty="0"/>
                <a:t>/</a:t>
              </a:r>
              <a:r>
                <a:rPr lang="fr-CA" dirty="0" err="1"/>
                <a:t>corylus</a:t>
              </a:r>
              <a:r>
                <a:rPr lang="fr-CA" dirty="0"/>
                <a:t>/</a:t>
              </a:r>
              <a:r>
                <a:rPr lang="fr-CA" dirty="0" err="1"/>
                <a:t>cortuna</a:t>
              </a:r>
              <a:r>
                <a:rPr lang="fr-CA" dirty="0"/>
                <a:t>/30</a:t>
              </a:r>
            </a:p>
            <a:p>
              <a:r>
                <a:rPr lang="fr-CA" b="1" dirty="0"/>
                <a:t>COMPONENT 3 - </a:t>
              </a:r>
              <a:r>
                <a:rPr lang="fr-CA" dirty="0" err="1"/>
                <a:t>deciduous</a:t>
              </a:r>
              <a:r>
                <a:rPr lang="fr-CA" dirty="0"/>
                <a:t>/</a:t>
              </a:r>
              <a:r>
                <a:rPr lang="fr-CA" dirty="0" err="1"/>
                <a:t>viburnum</a:t>
              </a:r>
              <a:r>
                <a:rPr lang="fr-CA" dirty="0"/>
                <a:t>/</a:t>
              </a:r>
              <a:r>
                <a:rPr lang="fr-CA" dirty="0" err="1"/>
                <a:t>spp</a:t>
              </a:r>
              <a:r>
                <a:rPr lang="fr-CA" dirty="0"/>
                <a:t>/20</a:t>
              </a:r>
            </a:p>
          </p:txBody>
        </p:sp>
        <p:sp>
          <p:nvSpPr>
            <p:cNvPr id="26" name="ZoneTexte 25">
              <a:extLst>
                <a:ext uri="{FF2B5EF4-FFF2-40B4-BE49-F238E27FC236}">
                  <a16:creationId xmlns:a16="http://schemas.microsoft.com/office/drawing/2014/main" id="{E36F3C50-5286-4DC8-BEC5-7CA6E48847FE}"/>
                </a:ext>
              </a:extLst>
            </p:cNvPr>
            <p:cNvSpPr txBox="1"/>
            <p:nvPr/>
          </p:nvSpPr>
          <p:spPr>
            <a:xfrm>
              <a:off x="4085537" y="5515916"/>
              <a:ext cx="6059416" cy="341655"/>
            </a:xfrm>
            <a:prstGeom prst="rect">
              <a:avLst/>
            </a:prstGeom>
            <a:solidFill>
              <a:schemeClr val="accent6">
                <a:lumMod val="20000"/>
                <a:lumOff val="80000"/>
              </a:schemeClr>
            </a:solidFill>
          </p:spPr>
          <p:txBody>
            <a:bodyPr wrap="none" rtlCol="0">
              <a:spAutoFit/>
            </a:bodyPr>
            <a:lstStyle/>
            <a:p>
              <a:r>
                <a:rPr lang="fr-CA" b="1"/>
                <a:t>COMPONENT 1 - </a:t>
              </a:r>
              <a:r>
                <a:rPr lang="fr-CA"/>
                <a:t>deciduous/rhododendron/groenlandicum/40</a:t>
              </a:r>
            </a:p>
          </p:txBody>
        </p:sp>
        <p:sp>
          <p:nvSpPr>
            <p:cNvPr id="27" name="ZoneTexte 26">
              <a:extLst>
                <a:ext uri="{FF2B5EF4-FFF2-40B4-BE49-F238E27FC236}">
                  <a16:creationId xmlns:a16="http://schemas.microsoft.com/office/drawing/2014/main" id="{ED058E84-3D6A-4CD9-B236-B89CE6FFD629}"/>
                </a:ext>
              </a:extLst>
            </p:cNvPr>
            <p:cNvSpPr txBox="1"/>
            <p:nvPr/>
          </p:nvSpPr>
          <p:spPr>
            <a:xfrm>
              <a:off x="4070101" y="6300916"/>
              <a:ext cx="2728567" cy="341655"/>
            </a:xfrm>
            <a:prstGeom prst="rect">
              <a:avLst/>
            </a:prstGeom>
            <a:noFill/>
          </p:spPr>
          <p:txBody>
            <a:bodyPr wrap="none" rtlCol="0">
              <a:spAutoFit/>
            </a:bodyPr>
            <a:lstStyle/>
            <a:p>
              <a:r>
                <a:rPr lang="fr-CA" b="1"/>
                <a:t>COMPONENT n - </a:t>
              </a:r>
              <a:r>
                <a:rPr lang="fr-CA"/>
                <a:t>…/…/…/…</a:t>
              </a:r>
            </a:p>
          </p:txBody>
        </p:sp>
        <p:grpSp>
          <p:nvGrpSpPr>
            <p:cNvPr id="10" name="Group 9">
              <a:extLst>
                <a:ext uri="{FF2B5EF4-FFF2-40B4-BE49-F238E27FC236}">
                  <a16:creationId xmlns:a16="http://schemas.microsoft.com/office/drawing/2014/main" id="{32323219-02BF-4E43-B48E-4953AB13F8EB}"/>
                </a:ext>
              </a:extLst>
            </p:cNvPr>
            <p:cNvGrpSpPr/>
            <p:nvPr/>
          </p:nvGrpSpPr>
          <p:grpSpPr>
            <a:xfrm>
              <a:off x="4070102" y="2270063"/>
              <a:ext cx="6074851" cy="1419004"/>
              <a:chOff x="4070102" y="2270063"/>
              <a:chExt cx="6074851" cy="1419004"/>
            </a:xfrm>
          </p:grpSpPr>
          <p:sp>
            <p:nvSpPr>
              <p:cNvPr id="24" name="ZoneTexte 23">
                <a:extLst>
                  <a:ext uri="{FF2B5EF4-FFF2-40B4-BE49-F238E27FC236}">
                    <a16:creationId xmlns:a16="http://schemas.microsoft.com/office/drawing/2014/main" id="{2DB4C527-195D-46BF-BCC1-BE1A5213567B}"/>
                  </a:ext>
                </a:extLst>
              </p:cNvPr>
              <p:cNvSpPr txBox="1"/>
              <p:nvPr/>
            </p:nvSpPr>
            <p:spPr>
              <a:xfrm>
                <a:off x="4070102" y="3091171"/>
                <a:ext cx="6074851" cy="597896"/>
              </a:xfrm>
              <a:prstGeom prst="rect">
                <a:avLst/>
              </a:prstGeom>
              <a:solidFill>
                <a:schemeClr val="tx2">
                  <a:lumMod val="20000"/>
                  <a:lumOff val="80000"/>
                </a:schemeClr>
              </a:solidFill>
            </p:spPr>
            <p:txBody>
              <a:bodyPr wrap="square" rtlCol="0">
                <a:spAutoFit/>
              </a:bodyPr>
              <a:lstStyle/>
              <a:p>
                <a:r>
                  <a:rPr lang="fr-CA" b="1"/>
                  <a:t>COMPONENT 1 - </a:t>
                </a:r>
                <a:r>
                  <a:rPr lang="fr-CA"/>
                  <a:t>deciduous/acer/saccharum/40</a:t>
                </a:r>
              </a:p>
              <a:p>
                <a:r>
                  <a:rPr lang="fr-CA" b="1"/>
                  <a:t>COMPONENT 2 - </a:t>
                </a:r>
                <a:r>
                  <a:rPr lang="fr-CA"/>
                  <a:t>deciduous/betula/papyrifera/60</a:t>
                </a:r>
              </a:p>
            </p:txBody>
          </p:sp>
          <p:sp>
            <p:nvSpPr>
              <p:cNvPr id="28" name="ZoneTexte 27">
                <a:extLst>
                  <a:ext uri="{FF2B5EF4-FFF2-40B4-BE49-F238E27FC236}">
                    <a16:creationId xmlns:a16="http://schemas.microsoft.com/office/drawing/2014/main" id="{87B78780-33EC-4DFE-AABE-009C785B3BE7}"/>
                  </a:ext>
                </a:extLst>
              </p:cNvPr>
              <p:cNvSpPr txBox="1"/>
              <p:nvPr/>
            </p:nvSpPr>
            <p:spPr>
              <a:xfrm>
                <a:off x="5300133" y="2270063"/>
                <a:ext cx="4829384" cy="707886"/>
              </a:xfrm>
              <a:prstGeom prst="rect">
                <a:avLst/>
              </a:prstGeom>
              <a:noFill/>
            </p:spPr>
            <p:txBody>
              <a:bodyPr wrap="square" rtlCol="0">
                <a:spAutoFit/>
              </a:bodyPr>
              <a:lstStyle/>
              <a:p>
                <a:pPr algn="ctr"/>
                <a:r>
                  <a:rPr lang="en-US" sz="2000" b="1" dirty="0"/>
                  <a:t>Three levels hierarchical </a:t>
                </a:r>
                <a:br>
                  <a:rPr lang="en-US" sz="2000" b="1" dirty="0"/>
                </a:br>
                <a:r>
                  <a:rPr lang="en-US" sz="2000" b="1" dirty="0"/>
                  <a:t>classification scheme with cover percentage</a:t>
                </a:r>
              </a:p>
            </p:txBody>
          </p:sp>
        </p:grpSp>
      </p:grpSp>
      <p:grpSp>
        <p:nvGrpSpPr>
          <p:cNvPr id="13" name="Group 12">
            <a:extLst>
              <a:ext uri="{FF2B5EF4-FFF2-40B4-BE49-F238E27FC236}">
                <a16:creationId xmlns:a16="http://schemas.microsoft.com/office/drawing/2014/main" id="{6956E7ED-33DF-4501-8D37-7F7B15489CB3}"/>
              </a:ext>
            </a:extLst>
          </p:cNvPr>
          <p:cNvGrpSpPr/>
          <p:nvPr/>
        </p:nvGrpSpPr>
        <p:grpSpPr>
          <a:xfrm>
            <a:off x="1500326" y="1871213"/>
            <a:ext cx="2660665" cy="4785593"/>
            <a:chOff x="1500326" y="1871213"/>
            <a:chExt cx="2660665" cy="4785593"/>
          </a:xfrm>
        </p:grpSpPr>
        <p:sp>
          <p:nvSpPr>
            <p:cNvPr id="18" name="ZoneTexte 17">
              <a:extLst>
                <a:ext uri="{FF2B5EF4-FFF2-40B4-BE49-F238E27FC236}">
                  <a16:creationId xmlns:a16="http://schemas.microsoft.com/office/drawing/2014/main" id="{4BCB8D11-5E38-4E5F-B131-7808A65E44FF}"/>
                </a:ext>
              </a:extLst>
            </p:cNvPr>
            <p:cNvSpPr txBox="1"/>
            <p:nvPr/>
          </p:nvSpPr>
          <p:spPr>
            <a:xfrm>
              <a:off x="1500326" y="3985839"/>
              <a:ext cx="2660665" cy="400110"/>
            </a:xfrm>
            <a:prstGeom prst="rect">
              <a:avLst/>
            </a:prstGeom>
            <a:noFill/>
          </p:spPr>
          <p:txBody>
            <a:bodyPr wrap="none" rtlCol="0">
              <a:spAutoFit/>
            </a:bodyPr>
            <a:lstStyle/>
            <a:p>
              <a:pPr algn="ctr"/>
              <a:r>
                <a:rPr lang="fr-CA" sz="2000" b="1" dirty="0"/>
                <a:t>LAYER 2 - UNDERSTORY</a:t>
              </a:r>
              <a:endParaRPr lang="en-GB" sz="2000" b="1" dirty="0"/>
            </a:p>
          </p:txBody>
        </p:sp>
        <p:sp>
          <p:nvSpPr>
            <p:cNvPr id="19" name="ZoneTexte 18">
              <a:extLst>
                <a:ext uri="{FF2B5EF4-FFF2-40B4-BE49-F238E27FC236}">
                  <a16:creationId xmlns:a16="http://schemas.microsoft.com/office/drawing/2014/main" id="{BC7AEED1-6DEF-4D72-8A68-C74F95DED4D7}"/>
                </a:ext>
              </a:extLst>
            </p:cNvPr>
            <p:cNvSpPr txBox="1"/>
            <p:nvPr/>
          </p:nvSpPr>
          <p:spPr>
            <a:xfrm>
              <a:off x="1708262" y="5211983"/>
              <a:ext cx="2187458" cy="400110"/>
            </a:xfrm>
            <a:prstGeom prst="rect">
              <a:avLst/>
            </a:prstGeom>
            <a:noFill/>
          </p:spPr>
          <p:txBody>
            <a:bodyPr wrap="none" rtlCol="0">
              <a:spAutoFit/>
            </a:bodyPr>
            <a:lstStyle/>
            <a:p>
              <a:pPr algn="ctr"/>
              <a:r>
                <a:rPr lang="fr-CA" sz="2000" b="1" dirty="0"/>
                <a:t>LAYER 3 - GROUND</a:t>
              </a:r>
              <a:endParaRPr lang="en-GB" sz="2000" b="1" dirty="0"/>
            </a:p>
          </p:txBody>
        </p:sp>
        <p:sp>
          <p:nvSpPr>
            <p:cNvPr id="23" name="ZoneTexte 22">
              <a:extLst>
                <a:ext uri="{FF2B5EF4-FFF2-40B4-BE49-F238E27FC236}">
                  <a16:creationId xmlns:a16="http://schemas.microsoft.com/office/drawing/2014/main" id="{F4A5C7DB-3B6C-43ED-B275-DF6C18D4D40B}"/>
                </a:ext>
              </a:extLst>
            </p:cNvPr>
            <p:cNvSpPr txBox="1"/>
            <p:nvPr/>
          </p:nvSpPr>
          <p:spPr>
            <a:xfrm>
              <a:off x="2034656" y="6286680"/>
              <a:ext cx="1239378" cy="370126"/>
            </a:xfrm>
            <a:prstGeom prst="rect">
              <a:avLst/>
            </a:prstGeom>
            <a:noFill/>
          </p:spPr>
          <p:txBody>
            <a:bodyPr wrap="none" rtlCol="0">
              <a:spAutoFit/>
            </a:bodyPr>
            <a:lstStyle/>
            <a:p>
              <a:pPr algn="ctr"/>
              <a:r>
                <a:rPr lang="fr-CA" sz="2000" b="1" dirty="0"/>
                <a:t>…LAYER N</a:t>
              </a:r>
              <a:endParaRPr lang="en-GB" sz="2000" b="1" dirty="0"/>
            </a:p>
          </p:txBody>
        </p:sp>
        <p:grpSp>
          <p:nvGrpSpPr>
            <p:cNvPr id="9" name="Group 8">
              <a:extLst>
                <a:ext uri="{FF2B5EF4-FFF2-40B4-BE49-F238E27FC236}">
                  <a16:creationId xmlns:a16="http://schemas.microsoft.com/office/drawing/2014/main" id="{24D81533-75DF-45C1-915D-C2196D395995}"/>
                </a:ext>
              </a:extLst>
            </p:cNvPr>
            <p:cNvGrpSpPr/>
            <p:nvPr/>
          </p:nvGrpSpPr>
          <p:grpSpPr>
            <a:xfrm>
              <a:off x="1559413" y="1871213"/>
              <a:ext cx="2542492" cy="1804814"/>
              <a:chOff x="1559413" y="1871213"/>
              <a:chExt cx="2542492" cy="1804814"/>
            </a:xfrm>
          </p:grpSpPr>
          <p:cxnSp>
            <p:nvCxnSpPr>
              <p:cNvPr id="11" name="Connecteur droit avec flèche 10">
                <a:extLst>
                  <a:ext uri="{FF2B5EF4-FFF2-40B4-BE49-F238E27FC236}">
                    <a16:creationId xmlns:a16="http://schemas.microsoft.com/office/drawing/2014/main" id="{D375446A-5B5A-45BD-885C-653B067420AB}"/>
                  </a:ext>
                </a:extLst>
              </p:cNvPr>
              <p:cNvCxnSpPr>
                <a:cxnSpLocks/>
                <a:stCxn id="77" idx="0"/>
              </p:cNvCxnSpPr>
              <p:nvPr/>
            </p:nvCxnSpPr>
            <p:spPr>
              <a:xfrm flipH="1">
                <a:off x="1870163" y="2133569"/>
                <a:ext cx="411554" cy="1342783"/>
              </a:xfrm>
              <a:prstGeom prst="straightConnector1">
                <a:avLst/>
              </a:prstGeom>
              <a:ln w="19050">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9E03D3ED-5D01-4144-B5B9-23D438F70544}"/>
                  </a:ext>
                </a:extLst>
              </p:cNvPr>
              <p:cNvCxnSpPr>
                <a:cxnSpLocks/>
                <a:stCxn id="78" idx="1"/>
                <a:endCxn id="97" idx="5"/>
              </p:cNvCxnSpPr>
              <p:nvPr/>
            </p:nvCxnSpPr>
            <p:spPr>
              <a:xfrm>
                <a:off x="3365593" y="1871213"/>
                <a:ext cx="282418" cy="1394671"/>
              </a:xfrm>
              <a:prstGeom prst="straightConnector1">
                <a:avLst/>
              </a:prstGeom>
              <a:ln w="19050">
                <a:solidFill>
                  <a:schemeClr val="accent6">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86AEDFC5-EB5F-4195-95FC-DE81F25C59A7}"/>
                  </a:ext>
                </a:extLst>
              </p:cNvPr>
              <p:cNvSpPr txBox="1"/>
              <p:nvPr/>
            </p:nvSpPr>
            <p:spPr>
              <a:xfrm>
                <a:off x="1559413" y="2750242"/>
                <a:ext cx="2542492" cy="400110"/>
              </a:xfrm>
              <a:prstGeom prst="rect">
                <a:avLst/>
              </a:prstGeom>
              <a:noFill/>
            </p:spPr>
            <p:txBody>
              <a:bodyPr wrap="none" rtlCol="0">
                <a:spAutoFit/>
              </a:bodyPr>
              <a:lstStyle/>
              <a:p>
                <a:pPr algn="ctr"/>
                <a:r>
                  <a:rPr lang="fr-CA" sz="2000" b="1" dirty="0"/>
                  <a:t>LAYER 1  - OVERSTORY</a:t>
                </a:r>
                <a:endParaRPr lang="en-GB" sz="2000" b="1" dirty="0"/>
              </a:p>
            </p:txBody>
          </p:sp>
          <p:sp>
            <p:nvSpPr>
              <p:cNvPr id="97" name="Forme libre : forme 3">
                <a:extLst>
                  <a:ext uri="{FF2B5EF4-FFF2-40B4-BE49-F238E27FC236}">
                    <a16:creationId xmlns:a16="http://schemas.microsoft.com/office/drawing/2014/main" id="{1929315C-8DAF-49E6-B69B-12D078CEF001}"/>
                  </a:ext>
                </a:extLst>
              </p:cNvPr>
              <p:cNvSpPr/>
              <p:nvPr/>
            </p:nvSpPr>
            <p:spPr>
              <a:xfrm>
                <a:off x="1870163" y="3139382"/>
                <a:ext cx="1778059" cy="536645"/>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Forme libre : forme 3">
              <a:extLst>
                <a:ext uri="{FF2B5EF4-FFF2-40B4-BE49-F238E27FC236}">
                  <a16:creationId xmlns:a16="http://schemas.microsoft.com/office/drawing/2014/main" id="{66B7CA69-D6A5-4BC9-A4B6-B50379A9306F}"/>
                </a:ext>
              </a:extLst>
            </p:cNvPr>
            <p:cNvSpPr/>
            <p:nvPr/>
          </p:nvSpPr>
          <p:spPr>
            <a:xfrm>
              <a:off x="1870163" y="4427438"/>
              <a:ext cx="1778059" cy="536645"/>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orme libre : forme 3">
              <a:extLst>
                <a:ext uri="{FF2B5EF4-FFF2-40B4-BE49-F238E27FC236}">
                  <a16:creationId xmlns:a16="http://schemas.microsoft.com/office/drawing/2014/main" id="{78384886-7C00-4476-BBB7-9B9166AE6809}"/>
                </a:ext>
              </a:extLst>
            </p:cNvPr>
            <p:cNvSpPr/>
            <p:nvPr/>
          </p:nvSpPr>
          <p:spPr>
            <a:xfrm>
              <a:off x="1904159" y="5584935"/>
              <a:ext cx="1778059" cy="536645"/>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43542217-8AE0-4C9F-B907-62AA43A63F3A}"/>
              </a:ext>
            </a:extLst>
          </p:cNvPr>
          <p:cNvGrpSpPr/>
          <p:nvPr/>
        </p:nvGrpSpPr>
        <p:grpSpPr>
          <a:xfrm>
            <a:off x="571141" y="1691835"/>
            <a:ext cx="4728992" cy="594118"/>
            <a:chOff x="571141" y="1691835"/>
            <a:chExt cx="4728992" cy="594118"/>
          </a:xfrm>
        </p:grpSpPr>
        <p:sp>
          <p:nvSpPr>
            <p:cNvPr id="14" name="ZoneTexte 13">
              <a:extLst>
                <a:ext uri="{FF2B5EF4-FFF2-40B4-BE49-F238E27FC236}">
                  <a16:creationId xmlns:a16="http://schemas.microsoft.com/office/drawing/2014/main" id="{E8250FD2-4510-4481-A506-43C2B4C783DF}"/>
                </a:ext>
              </a:extLst>
            </p:cNvPr>
            <p:cNvSpPr txBox="1"/>
            <p:nvPr/>
          </p:nvSpPr>
          <p:spPr>
            <a:xfrm>
              <a:off x="571141" y="1785427"/>
              <a:ext cx="1433021" cy="370126"/>
            </a:xfrm>
            <a:prstGeom prst="rect">
              <a:avLst/>
            </a:prstGeom>
            <a:noFill/>
          </p:spPr>
          <p:txBody>
            <a:bodyPr wrap="none" rtlCol="0">
              <a:spAutoFit/>
            </a:bodyPr>
            <a:lstStyle/>
            <a:p>
              <a:pPr algn="ctr"/>
              <a:r>
                <a:rPr lang="fr-CA" sz="2000" b="1" dirty="0"/>
                <a:t>INVENTORY</a:t>
              </a:r>
              <a:endParaRPr lang="en-GB" sz="2000" b="1" dirty="0"/>
            </a:p>
          </p:txBody>
        </p:sp>
        <p:grpSp>
          <p:nvGrpSpPr>
            <p:cNvPr id="2" name="Group 1">
              <a:extLst>
                <a:ext uri="{FF2B5EF4-FFF2-40B4-BE49-F238E27FC236}">
                  <a16:creationId xmlns:a16="http://schemas.microsoft.com/office/drawing/2014/main" id="{7EEBB69E-E6A6-4412-B350-5E9D1BEE3F8A}"/>
                </a:ext>
              </a:extLst>
            </p:cNvPr>
            <p:cNvGrpSpPr/>
            <p:nvPr/>
          </p:nvGrpSpPr>
          <p:grpSpPr>
            <a:xfrm>
              <a:off x="1870163" y="1691835"/>
              <a:ext cx="3429970" cy="594118"/>
              <a:chOff x="2894162" y="7671911"/>
              <a:chExt cx="4114410" cy="1351713"/>
            </a:xfrm>
          </p:grpSpPr>
          <p:sp>
            <p:nvSpPr>
              <p:cNvPr id="73" name="Parallélogramme 11">
                <a:extLst>
                  <a:ext uri="{FF2B5EF4-FFF2-40B4-BE49-F238E27FC236}">
                    <a16:creationId xmlns:a16="http://schemas.microsoft.com/office/drawing/2014/main" id="{224B8250-E514-482C-BE2E-55CF84857146}"/>
                  </a:ext>
                </a:extLst>
              </p:cNvPr>
              <p:cNvSpPr/>
              <p:nvPr/>
            </p:nvSpPr>
            <p:spPr>
              <a:xfrm>
                <a:off x="2894162" y="7671911"/>
                <a:ext cx="4114410" cy="1351713"/>
              </a:xfrm>
              <a:custGeom>
                <a:avLst/>
                <a:gdLst>
                  <a:gd name="connsiteX0" fmla="*/ 0 w 4258101"/>
                  <a:gd name="connsiteY0" fmla="*/ 1364776 h 1364776"/>
                  <a:gd name="connsiteX1" fmla="*/ 600501 w 4258101"/>
                  <a:gd name="connsiteY1" fmla="*/ 0 h 1364776"/>
                  <a:gd name="connsiteX2" fmla="*/ 4258101 w 4258101"/>
                  <a:gd name="connsiteY2" fmla="*/ 0 h 1364776"/>
                  <a:gd name="connsiteX3" fmla="*/ 3657600 w 4258101"/>
                  <a:gd name="connsiteY3" fmla="*/ 1364776 h 1364776"/>
                  <a:gd name="connsiteX4" fmla="*/ 0 w 4258101"/>
                  <a:gd name="connsiteY4" fmla="*/ 1364776 h 1364776"/>
                  <a:gd name="connsiteX0" fmla="*/ 0 w 4114410"/>
                  <a:gd name="connsiteY0" fmla="*/ 1364776 h 1364776"/>
                  <a:gd name="connsiteX1" fmla="*/ 600501 w 4114410"/>
                  <a:gd name="connsiteY1" fmla="*/ 0 h 1364776"/>
                  <a:gd name="connsiteX2" fmla="*/ 4114410 w 4114410"/>
                  <a:gd name="connsiteY2" fmla="*/ 13063 h 1364776"/>
                  <a:gd name="connsiteX3" fmla="*/ 3657600 w 4114410"/>
                  <a:gd name="connsiteY3" fmla="*/ 1364776 h 1364776"/>
                  <a:gd name="connsiteX4" fmla="*/ 0 w 4114410"/>
                  <a:gd name="connsiteY4" fmla="*/ 1364776 h 1364776"/>
                  <a:gd name="connsiteX0" fmla="*/ 0 w 4114410"/>
                  <a:gd name="connsiteY0" fmla="*/ 1351713 h 1351713"/>
                  <a:gd name="connsiteX1" fmla="*/ 665816 w 4114410"/>
                  <a:gd name="connsiteY1" fmla="*/ 13063 h 1351713"/>
                  <a:gd name="connsiteX2" fmla="*/ 4114410 w 4114410"/>
                  <a:gd name="connsiteY2" fmla="*/ 0 h 1351713"/>
                  <a:gd name="connsiteX3" fmla="*/ 3657600 w 4114410"/>
                  <a:gd name="connsiteY3" fmla="*/ 1351713 h 1351713"/>
                  <a:gd name="connsiteX4" fmla="*/ 0 w 4114410"/>
                  <a:gd name="connsiteY4" fmla="*/ 1351713 h 1351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4410" h="1351713">
                    <a:moveTo>
                      <a:pt x="0" y="1351713"/>
                    </a:moveTo>
                    <a:lnTo>
                      <a:pt x="665816" y="13063"/>
                    </a:lnTo>
                    <a:lnTo>
                      <a:pt x="4114410" y="0"/>
                    </a:lnTo>
                    <a:lnTo>
                      <a:pt x="3657600" y="1351713"/>
                    </a:lnTo>
                    <a:lnTo>
                      <a:pt x="0" y="1351713"/>
                    </a:lnTo>
                    <a:close/>
                  </a:path>
                </a:pathLst>
              </a:cu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orme libre : forme 3">
                <a:extLst>
                  <a:ext uri="{FF2B5EF4-FFF2-40B4-BE49-F238E27FC236}">
                    <a16:creationId xmlns:a16="http://schemas.microsoft.com/office/drawing/2014/main" id="{8D94D31E-2A73-4847-895D-00B00B0D02CF}"/>
                  </a:ext>
                </a:extLst>
              </p:cNvPr>
              <p:cNvSpPr/>
              <p:nvPr/>
            </p:nvSpPr>
            <p:spPr>
              <a:xfrm>
                <a:off x="3300910" y="7884848"/>
                <a:ext cx="1393606" cy="939107"/>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76202 w 1472121"/>
                  <a:gd name="connsiteY11" fmla="*/ 791633 h 934517"/>
                  <a:gd name="connsiteX12" fmla="*/ 0 w 1472121"/>
                  <a:gd name="connsiteY12" fmla="*/ 732102 h 934517"/>
                  <a:gd name="connsiteX0" fmla="*/ 2382 w 1483053"/>
                  <a:gd name="connsiteY0" fmla="*/ 740486 h 938138"/>
                  <a:gd name="connsiteX1" fmla="*/ 254795 w 1483053"/>
                  <a:gd name="connsiteY1" fmla="*/ 530936 h 938138"/>
                  <a:gd name="connsiteX2" fmla="*/ 381001 w 1483053"/>
                  <a:gd name="connsiteY2" fmla="*/ 378536 h 938138"/>
                  <a:gd name="connsiteX3" fmla="*/ 881063 w 1483053"/>
                  <a:gd name="connsiteY3" fmla="*/ 52304 h 938138"/>
                  <a:gd name="connsiteX4" fmla="*/ 1214438 w 1483053"/>
                  <a:gd name="connsiteY4" fmla="*/ 61829 h 938138"/>
                  <a:gd name="connsiteX5" fmla="*/ 1471613 w 1483053"/>
                  <a:gd name="connsiteY5" fmla="*/ 221373 h 938138"/>
                  <a:gd name="connsiteX6" fmla="*/ 1419226 w 1483053"/>
                  <a:gd name="connsiteY6" fmla="*/ 357104 h 938138"/>
                  <a:gd name="connsiteX7" fmla="*/ 1250157 w 1483053"/>
                  <a:gd name="connsiteY7" fmla="*/ 690479 h 938138"/>
                  <a:gd name="connsiteX8" fmla="*/ 931070 w 1483053"/>
                  <a:gd name="connsiteY8" fmla="*/ 847642 h 938138"/>
                  <a:gd name="connsiteX9" fmla="*/ 633413 w 1483053"/>
                  <a:gd name="connsiteY9" fmla="*/ 938129 h 938138"/>
                  <a:gd name="connsiteX10" fmla="*/ 76202 w 1483053"/>
                  <a:gd name="connsiteY10" fmla="*/ 795254 h 938138"/>
                  <a:gd name="connsiteX11" fmla="*/ 0 w 1483053"/>
                  <a:gd name="connsiteY11" fmla="*/ 735723 h 938138"/>
                  <a:gd name="connsiteX0" fmla="*/ 2382 w 1471800"/>
                  <a:gd name="connsiteY0" fmla="*/ 740486 h 938138"/>
                  <a:gd name="connsiteX1" fmla="*/ 254795 w 1471800"/>
                  <a:gd name="connsiteY1" fmla="*/ 530936 h 938138"/>
                  <a:gd name="connsiteX2" fmla="*/ 381001 w 1471800"/>
                  <a:gd name="connsiteY2" fmla="*/ 378536 h 938138"/>
                  <a:gd name="connsiteX3" fmla="*/ 881063 w 1471800"/>
                  <a:gd name="connsiteY3" fmla="*/ 52304 h 938138"/>
                  <a:gd name="connsiteX4" fmla="*/ 1214438 w 1471800"/>
                  <a:gd name="connsiteY4" fmla="*/ 61829 h 938138"/>
                  <a:gd name="connsiteX5" fmla="*/ 1471613 w 1471800"/>
                  <a:gd name="connsiteY5" fmla="*/ 221373 h 938138"/>
                  <a:gd name="connsiteX6" fmla="*/ 1250157 w 1471800"/>
                  <a:gd name="connsiteY6" fmla="*/ 690479 h 938138"/>
                  <a:gd name="connsiteX7" fmla="*/ 931070 w 1471800"/>
                  <a:gd name="connsiteY7" fmla="*/ 847642 h 938138"/>
                  <a:gd name="connsiteX8" fmla="*/ 633413 w 1471800"/>
                  <a:gd name="connsiteY8" fmla="*/ 938129 h 938138"/>
                  <a:gd name="connsiteX9" fmla="*/ 76202 w 1471800"/>
                  <a:gd name="connsiteY9" fmla="*/ 795254 h 938138"/>
                  <a:gd name="connsiteX10" fmla="*/ 0 w 1471800"/>
                  <a:gd name="connsiteY10" fmla="*/ 735723 h 938138"/>
                  <a:gd name="connsiteX0" fmla="*/ 2382 w 1471772"/>
                  <a:gd name="connsiteY0" fmla="*/ 740486 h 938138"/>
                  <a:gd name="connsiteX1" fmla="*/ 254795 w 1471772"/>
                  <a:gd name="connsiteY1" fmla="*/ 530936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38138"/>
                  <a:gd name="connsiteX1" fmla="*/ 254795 w 1471772"/>
                  <a:gd name="connsiteY1" fmla="*/ 603961 h 938138"/>
                  <a:gd name="connsiteX2" fmla="*/ 381001 w 1471772"/>
                  <a:gd name="connsiteY2" fmla="*/ 378536 h 938138"/>
                  <a:gd name="connsiteX3" fmla="*/ 881063 w 1471772"/>
                  <a:gd name="connsiteY3" fmla="*/ 52304 h 938138"/>
                  <a:gd name="connsiteX4" fmla="*/ 1214438 w 1471772"/>
                  <a:gd name="connsiteY4" fmla="*/ 61829 h 938138"/>
                  <a:gd name="connsiteX5" fmla="*/ 1471613 w 1471772"/>
                  <a:gd name="connsiteY5" fmla="*/ 221373 h 938138"/>
                  <a:gd name="connsiteX6" fmla="*/ 1250157 w 1471772"/>
                  <a:gd name="connsiteY6" fmla="*/ 690479 h 938138"/>
                  <a:gd name="connsiteX7" fmla="*/ 931070 w 1471772"/>
                  <a:gd name="connsiteY7" fmla="*/ 847642 h 938138"/>
                  <a:gd name="connsiteX8" fmla="*/ 633413 w 1471772"/>
                  <a:gd name="connsiteY8" fmla="*/ 938129 h 938138"/>
                  <a:gd name="connsiteX9" fmla="*/ 76202 w 1471772"/>
                  <a:gd name="connsiteY9" fmla="*/ 795254 h 938138"/>
                  <a:gd name="connsiteX10" fmla="*/ 0 w 1471772"/>
                  <a:gd name="connsiteY10" fmla="*/ 735723 h 938138"/>
                  <a:gd name="connsiteX0" fmla="*/ 2382 w 1471772"/>
                  <a:gd name="connsiteY0" fmla="*/ 740486 h 951001"/>
                  <a:gd name="connsiteX1" fmla="*/ 254795 w 1471772"/>
                  <a:gd name="connsiteY1" fmla="*/ 603961 h 951001"/>
                  <a:gd name="connsiteX2" fmla="*/ 381001 w 1471772"/>
                  <a:gd name="connsiteY2" fmla="*/ 378536 h 951001"/>
                  <a:gd name="connsiteX3" fmla="*/ 881063 w 1471772"/>
                  <a:gd name="connsiteY3" fmla="*/ 52304 h 951001"/>
                  <a:gd name="connsiteX4" fmla="*/ 1214438 w 1471772"/>
                  <a:gd name="connsiteY4" fmla="*/ 61829 h 951001"/>
                  <a:gd name="connsiteX5" fmla="*/ 1471613 w 1471772"/>
                  <a:gd name="connsiteY5" fmla="*/ 221373 h 951001"/>
                  <a:gd name="connsiteX6" fmla="*/ 1250157 w 1471772"/>
                  <a:gd name="connsiteY6" fmla="*/ 690479 h 951001"/>
                  <a:gd name="connsiteX7" fmla="*/ 931070 w 1471772"/>
                  <a:gd name="connsiteY7" fmla="*/ 847642 h 951001"/>
                  <a:gd name="connsiteX8" fmla="*/ 633413 w 1471772"/>
                  <a:gd name="connsiteY8" fmla="*/ 938129 h 951001"/>
                  <a:gd name="connsiteX9" fmla="*/ 76202 w 1471772"/>
                  <a:gd name="connsiteY9" fmla="*/ 795254 h 951001"/>
                  <a:gd name="connsiteX10" fmla="*/ 0 w 1471772"/>
                  <a:gd name="connsiteY10" fmla="*/ 735723 h 951001"/>
                  <a:gd name="connsiteX0" fmla="*/ 2382 w 1471772"/>
                  <a:gd name="connsiteY0" fmla="*/ 740486 h 938204"/>
                  <a:gd name="connsiteX1" fmla="*/ 254795 w 1471772"/>
                  <a:gd name="connsiteY1" fmla="*/ 603961 h 938204"/>
                  <a:gd name="connsiteX2" fmla="*/ 381001 w 1471772"/>
                  <a:gd name="connsiteY2" fmla="*/ 378536 h 938204"/>
                  <a:gd name="connsiteX3" fmla="*/ 881063 w 1471772"/>
                  <a:gd name="connsiteY3" fmla="*/ 52304 h 938204"/>
                  <a:gd name="connsiteX4" fmla="*/ 1214438 w 1471772"/>
                  <a:gd name="connsiteY4" fmla="*/ 61829 h 938204"/>
                  <a:gd name="connsiteX5" fmla="*/ 1471613 w 1471772"/>
                  <a:gd name="connsiteY5" fmla="*/ 221373 h 938204"/>
                  <a:gd name="connsiteX6" fmla="*/ 1250157 w 1471772"/>
                  <a:gd name="connsiteY6" fmla="*/ 690479 h 938204"/>
                  <a:gd name="connsiteX7" fmla="*/ 931070 w 1471772"/>
                  <a:gd name="connsiteY7" fmla="*/ 847642 h 938204"/>
                  <a:gd name="connsiteX8" fmla="*/ 633413 w 1471772"/>
                  <a:gd name="connsiteY8" fmla="*/ 938129 h 938204"/>
                  <a:gd name="connsiteX9" fmla="*/ 76202 w 1471772"/>
                  <a:gd name="connsiteY9" fmla="*/ 795254 h 938204"/>
                  <a:gd name="connsiteX10" fmla="*/ 0 w 1471772"/>
                  <a:gd name="connsiteY10" fmla="*/ 735723 h 938204"/>
                  <a:gd name="connsiteX0" fmla="*/ 2382 w 1471772"/>
                  <a:gd name="connsiteY0" fmla="*/ 740486 h 938628"/>
                  <a:gd name="connsiteX1" fmla="*/ 254795 w 1471772"/>
                  <a:gd name="connsiteY1" fmla="*/ 603961 h 938628"/>
                  <a:gd name="connsiteX2" fmla="*/ 381001 w 1471772"/>
                  <a:gd name="connsiteY2" fmla="*/ 378536 h 938628"/>
                  <a:gd name="connsiteX3" fmla="*/ 881063 w 1471772"/>
                  <a:gd name="connsiteY3" fmla="*/ 52304 h 938628"/>
                  <a:gd name="connsiteX4" fmla="*/ 1214438 w 1471772"/>
                  <a:gd name="connsiteY4" fmla="*/ 61829 h 938628"/>
                  <a:gd name="connsiteX5" fmla="*/ 1471613 w 1471772"/>
                  <a:gd name="connsiteY5" fmla="*/ 221373 h 938628"/>
                  <a:gd name="connsiteX6" fmla="*/ 1250157 w 1471772"/>
                  <a:gd name="connsiteY6" fmla="*/ 690479 h 938628"/>
                  <a:gd name="connsiteX7" fmla="*/ 931070 w 1471772"/>
                  <a:gd name="connsiteY7" fmla="*/ 847642 h 938628"/>
                  <a:gd name="connsiteX8" fmla="*/ 633413 w 1471772"/>
                  <a:gd name="connsiteY8" fmla="*/ 938129 h 938628"/>
                  <a:gd name="connsiteX9" fmla="*/ 76202 w 1471772"/>
                  <a:gd name="connsiteY9" fmla="*/ 795254 h 938628"/>
                  <a:gd name="connsiteX10" fmla="*/ 0 w 1471772"/>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2382 w 1471778"/>
                  <a:gd name="connsiteY0" fmla="*/ 740486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11" fmla="*/ 2382 w 1471778"/>
                  <a:gd name="connsiteY11" fmla="*/ 740486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0 w 1471778"/>
                  <a:gd name="connsiteY0" fmla="*/ 735723 h 938628"/>
                  <a:gd name="connsiteX1" fmla="*/ 254795 w 1471778"/>
                  <a:gd name="connsiteY1" fmla="*/ 603961 h 938628"/>
                  <a:gd name="connsiteX2" fmla="*/ 381001 w 1471778"/>
                  <a:gd name="connsiteY2" fmla="*/ 378536 h 938628"/>
                  <a:gd name="connsiteX3" fmla="*/ 881063 w 1471778"/>
                  <a:gd name="connsiteY3" fmla="*/ 52304 h 938628"/>
                  <a:gd name="connsiteX4" fmla="*/ 1214438 w 1471778"/>
                  <a:gd name="connsiteY4" fmla="*/ 61829 h 938628"/>
                  <a:gd name="connsiteX5" fmla="*/ 1471613 w 1471778"/>
                  <a:gd name="connsiteY5" fmla="*/ 221373 h 938628"/>
                  <a:gd name="connsiteX6" fmla="*/ 1250157 w 1471778"/>
                  <a:gd name="connsiteY6" fmla="*/ 690479 h 938628"/>
                  <a:gd name="connsiteX7" fmla="*/ 931070 w 1471778"/>
                  <a:gd name="connsiteY7" fmla="*/ 847642 h 938628"/>
                  <a:gd name="connsiteX8" fmla="*/ 633413 w 1471778"/>
                  <a:gd name="connsiteY8" fmla="*/ 938129 h 938628"/>
                  <a:gd name="connsiteX9" fmla="*/ 76202 w 1471778"/>
                  <a:gd name="connsiteY9" fmla="*/ 795254 h 938628"/>
                  <a:gd name="connsiteX10" fmla="*/ 0 w 1471778"/>
                  <a:gd name="connsiteY10" fmla="*/ 735723 h 938628"/>
                  <a:gd name="connsiteX0" fmla="*/ 12650 w 1408226"/>
                  <a:gd name="connsiteY0" fmla="*/ 795254 h 938628"/>
                  <a:gd name="connsiteX1" fmla="*/ 191243 w 1408226"/>
                  <a:gd name="connsiteY1" fmla="*/ 603961 h 938628"/>
                  <a:gd name="connsiteX2" fmla="*/ 317449 w 1408226"/>
                  <a:gd name="connsiteY2" fmla="*/ 378536 h 938628"/>
                  <a:gd name="connsiteX3" fmla="*/ 817511 w 1408226"/>
                  <a:gd name="connsiteY3" fmla="*/ 52304 h 938628"/>
                  <a:gd name="connsiteX4" fmla="*/ 1150886 w 1408226"/>
                  <a:gd name="connsiteY4" fmla="*/ 61829 h 938628"/>
                  <a:gd name="connsiteX5" fmla="*/ 1408061 w 1408226"/>
                  <a:gd name="connsiteY5" fmla="*/ 221373 h 938628"/>
                  <a:gd name="connsiteX6" fmla="*/ 1186605 w 1408226"/>
                  <a:gd name="connsiteY6" fmla="*/ 690479 h 938628"/>
                  <a:gd name="connsiteX7" fmla="*/ 867518 w 1408226"/>
                  <a:gd name="connsiteY7" fmla="*/ 847642 h 938628"/>
                  <a:gd name="connsiteX8" fmla="*/ 569861 w 1408226"/>
                  <a:gd name="connsiteY8" fmla="*/ 938129 h 938628"/>
                  <a:gd name="connsiteX9" fmla="*/ 12650 w 1408226"/>
                  <a:gd name="connsiteY9" fmla="*/ 795254 h 938628"/>
                  <a:gd name="connsiteX0" fmla="*/ 18373 w 1325049"/>
                  <a:gd name="connsiteY0" fmla="*/ 792079 h 939107"/>
                  <a:gd name="connsiteX1" fmla="*/ 108066 w 1325049"/>
                  <a:gd name="connsiteY1" fmla="*/ 603961 h 939107"/>
                  <a:gd name="connsiteX2" fmla="*/ 234272 w 1325049"/>
                  <a:gd name="connsiteY2" fmla="*/ 378536 h 939107"/>
                  <a:gd name="connsiteX3" fmla="*/ 734334 w 1325049"/>
                  <a:gd name="connsiteY3" fmla="*/ 52304 h 939107"/>
                  <a:gd name="connsiteX4" fmla="*/ 1067709 w 1325049"/>
                  <a:gd name="connsiteY4" fmla="*/ 61829 h 939107"/>
                  <a:gd name="connsiteX5" fmla="*/ 1324884 w 1325049"/>
                  <a:gd name="connsiteY5" fmla="*/ 221373 h 939107"/>
                  <a:gd name="connsiteX6" fmla="*/ 1103428 w 1325049"/>
                  <a:gd name="connsiteY6" fmla="*/ 690479 h 939107"/>
                  <a:gd name="connsiteX7" fmla="*/ 784341 w 1325049"/>
                  <a:gd name="connsiteY7" fmla="*/ 847642 h 939107"/>
                  <a:gd name="connsiteX8" fmla="*/ 486684 w 1325049"/>
                  <a:gd name="connsiteY8" fmla="*/ 938129 h 939107"/>
                  <a:gd name="connsiteX9" fmla="*/ 18373 w 1325049"/>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74491 w 1381167"/>
                  <a:gd name="connsiteY0" fmla="*/ 792079 h 939107"/>
                  <a:gd name="connsiteX1" fmla="*/ 164184 w 1381167"/>
                  <a:gd name="connsiteY1" fmla="*/ 603961 h 939107"/>
                  <a:gd name="connsiteX2" fmla="*/ 290390 w 1381167"/>
                  <a:gd name="connsiteY2" fmla="*/ 378536 h 939107"/>
                  <a:gd name="connsiteX3" fmla="*/ 790452 w 1381167"/>
                  <a:gd name="connsiteY3" fmla="*/ 52304 h 939107"/>
                  <a:gd name="connsiteX4" fmla="*/ 1123827 w 1381167"/>
                  <a:gd name="connsiteY4" fmla="*/ 61829 h 939107"/>
                  <a:gd name="connsiteX5" fmla="*/ 1381002 w 1381167"/>
                  <a:gd name="connsiteY5" fmla="*/ 221373 h 939107"/>
                  <a:gd name="connsiteX6" fmla="*/ 1159546 w 1381167"/>
                  <a:gd name="connsiteY6" fmla="*/ 690479 h 939107"/>
                  <a:gd name="connsiteX7" fmla="*/ 840459 w 1381167"/>
                  <a:gd name="connsiteY7" fmla="*/ 847642 h 939107"/>
                  <a:gd name="connsiteX8" fmla="*/ 542802 w 1381167"/>
                  <a:gd name="connsiteY8" fmla="*/ 938129 h 939107"/>
                  <a:gd name="connsiteX9" fmla="*/ 74491 w 1381167"/>
                  <a:gd name="connsiteY9" fmla="*/ 792079 h 939107"/>
                  <a:gd name="connsiteX0" fmla="*/ 86930 w 1393606"/>
                  <a:gd name="connsiteY0" fmla="*/ 792079 h 939107"/>
                  <a:gd name="connsiteX1" fmla="*/ 176623 w 1393606"/>
                  <a:gd name="connsiteY1" fmla="*/ 603961 h 939107"/>
                  <a:gd name="connsiteX2" fmla="*/ 302829 w 1393606"/>
                  <a:gd name="connsiteY2" fmla="*/ 378536 h 939107"/>
                  <a:gd name="connsiteX3" fmla="*/ 802891 w 1393606"/>
                  <a:gd name="connsiteY3" fmla="*/ 52304 h 939107"/>
                  <a:gd name="connsiteX4" fmla="*/ 1136266 w 1393606"/>
                  <a:gd name="connsiteY4" fmla="*/ 61829 h 939107"/>
                  <a:gd name="connsiteX5" fmla="*/ 1393441 w 1393606"/>
                  <a:gd name="connsiteY5" fmla="*/ 221373 h 939107"/>
                  <a:gd name="connsiteX6" fmla="*/ 1171985 w 1393606"/>
                  <a:gd name="connsiteY6" fmla="*/ 690479 h 939107"/>
                  <a:gd name="connsiteX7" fmla="*/ 852898 w 1393606"/>
                  <a:gd name="connsiteY7" fmla="*/ 847642 h 939107"/>
                  <a:gd name="connsiteX8" fmla="*/ 555241 w 1393606"/>
                  <a:gd name="connsiteY8" fmla="*/ 938129 h 939107"/>
                  <a:gd name="connsiteX9" fmla="*/ 86930 w 1393606"/>
                  <a:gd name="connsiteY9" fmla="*/ 792079 h 939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3606" h="939107">
                    <a:moveTo>
                      <a:pt x="86930" y="792079"/>
                    </a:moveTo>
                    <a:cubicBezTo>
                      <a:pt x="-138098" y="745909"/>
                      <a:pt x="140640" y="672885"/>
                      <a:pt x="176623" y="603961"/>
                    </a:cubicBezTo>
                    <a:cubicBezTo>
                      <a:pt x="212606" y="535037"/>
                      <a:pt x="198451" y="470479"/>
                      <a:pt x="302829" y="378536"/>
                    </a:cubicBezTo>
                    <a:cubicBezTo>
                      <a:pt x="407207" y="286593"/>
                      <a:pt x="636204" y="161048"/>
                      <a:pt x="802891" y="52304"/>
                    </a:cubicBezTo>
                    <a:cubicBezTo>
                      <a:pt x="969578" y="-56440"/>
                      <a:pt x="1037841" y="33651"/>
                      <a:pt x="1136266" y="61829"/>
                    </a:cubicBezTo>
                    <a:cubicBezTo>
                      <a:pt x="1234691" y="90007"/>
                      <a:pt x="1387488" y="116598"/>
                      <a:pt x="1393441" y="221373"/>
                    </a:cubicBezTo>
                    <a:cubicBezTo>
                      <a:pt x="1399394" y="326148"/>
                      <a:pt x="1243025" y="643251"/>
                      <a:pt x="1171985" y="690479"/>
                    </a:cubicBezTo>
                    <a:cubicBezTo>
                      <a:pt x="1046970" y="753582"/>
                      <a:pt x="955689" y="806367"/>
                      <a:pt x="852898" y="847642"/>
                    </a:cubicBezTo>
                    <a:cubicBezTo>
                      <a:pt x="750107" y="888917"/>
                      <a:pt x="682902" y="947389"/>
                      <a:pt x="555241" y="938129"/>
                    </a:cubicBezTo>
                    <a:cubicBezTo>
                      <a:pt x="427580" y="928869"/>
                      <a:pt x="311958" y="838249"/>
                      <a:pt x="86930" y="792079"/>
                    </a:cubicBezTo>
                    <a:close/>
                  </a:path>
                </a:pathLst>
              </a:cu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orme libre : forme 4">
                <a:extLst>
                  <a:ext uri="{FF2B5EF4-FFF2-40B4-BE49-F238E27FC236}">
                    <a16:creationId xmlns:a16="http://schemas.microsoft.com/office/drawing/2014/main" id="{7D97B433-ED54-4625-8189-F30C7B43DF2D}"/>
                  </a:ext>
                </a:extLst>
              </p:cNvPr>
              <p:cNvSpPr/>
              <p:nvPr/>
            </p:nvSpPr>
            <p:spPr>
              <a:xfrm>
                <a:off x="4459402" y="7887388"/>
                <a:ext cx="1169113" cy="863702"/>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9113" h="863702">
                    <a:moveTo>
                      <a:pt x="0" y="703811"/>
                    </a:moveTo>
                    <a:cubicBezTo>
                      <a:pt x="171583" y="491350"/>
                      <a:pt x="239712" y="287886"/>
                      <a:pt x="228599" y="192636"/>
                    </a:cubicBezTo>
                    <a:cubicBezTo>
                      <a:pt x="317499" y="102149"/>
                      <a:pt x="605630" y="84553"/>
                      <a:pt x="766762" y="22773"/>
                    </a:cubicBezTo>
                    <a:cubicBezTo>
                      <a:pt x="927894" y="-39007"/>
                      <a:pt x="1141808" y="33622"/>
                      <a:pt x="1166811" y="136280"/>
                    </a:cubicBezTo>
                    <a:cubicBezTo>
                      <a:pt x="1191814" y="238938"/>
                      <a:pt x="1006871" y="534345"/>
                      <a:pt x="916781" y="638723"/>
                    </a:cubicBezTo>
                    <a:cubicBezTo>
                      <a:pt x="826691" y="743101"/>
                      <a:pt x="675878" y="851714"/>
                      <a:pt x="523081" y="862562"/>
                    </a:cubicBezTo>
                    <a:cubicBezTo>
                      <a:pt x="370284" y="873410"/>
                      <a:pt x="110332" y="805808"/>
                      <a:pt x="0" y="703811"/>
                    </a:cubicBezTo>
                    <a:close/>
                  </a:path>
                </a:pathLst>
              </a:cu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orme libre : forme 5">
                <a:extLst>
                  <a:ext uri="{FF2B5EF4-FFF2-40B4-BE49-F238E27FC236}">
                    <a16:creationId xmlns:a16="http://schemas.microsoft.com/office/drawing/2014/main" id="{4DF56EB3-0351-454B-8328-63CF3C524786}"/>
                  </a:ext>
                </a:extLst>
              </p:cNvPr>
              <p:cNvSpPr/>
              <p:nvPr/>
            </p:nvSpPr>
            <p:spPr>
              <a:xfrm>
                <a:off x="5288077" y="8145377"/>
                <a:ext cx="1300412" cy="773320"/>
              </a:xfrm>
              <a:custGeom>
                <a:avLst/>
                <a:gdLst>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1438 w 1469231"/>
                  <a:gd name="connsiteY12" fmla="*/ 738188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0" fmla="*/ 0 w 1469231"/>
                  <a:gd name="connsiteY0" fmla="*/ 688182 h 885825"/>
                  <a:gd name="connsiteX1" fmla="*/ 252413 w 1469231"/>
                  <a:gd name="connsiteY1" fmla="*/ 478632 h 885825"/>
                  <a:gd name="connsiteX2" fmla="*/ 378619 w 1469231"/>
                  <a:gd name="connsiteY2" fmla="*/ 326232 h 885825"/>
                  <a:gd name="connsiteX3" fmla="*/ 878681 w 1469231"/>
                  <a:gd name="connsiteY3" fmla="*/ 0 h 885825"/>
                  <a:gd name="connsiteX4" fmla="*/ 1212056 w 1469231"/>
                  <a:gd name="connsiteY4" fmla="*/ 9525 h 885825"/>
                  <a:gd name="connsiteX5" fmla="*/ 1393031 w 1469231"/>
                  <a:gd name="connsiteY5" fmla="*/ 76200 h 885825"/>
                  <a:gd name="connsiteX6" fmla="*/ 1469231 w 1469231"/>
                  <a:gd name="connsiteY6" fmla="*/ 169069 h 885825"/>
                  <a:gd name="connsiteX7" fmla="*/ 1416844 w 1469231"/>
                  <a:gd name="connsiteY7" fmla="*/ 304800 h 885825"/>
                  <a:gd name="connsiteX8" fmla="*/ 1247775 w 1469231"/>
                  <a:gd name="connsiteY8" fmla="*/ 638175 h 885825"/>
                  <a:gd name="connsiteX9" fmla="*/ 928688 w 1469231"/>
                  <a:gd name="connsiteY9" fmla="*/ 795338 h 885825"/>
                  <a:gd name="connsiteX10" fmla="*/ 631031 w 1469231"/>
                  <a:gd name="connsiteY10" fmla="*/ 885825 h 885825"/>
                  <a:gd name="connsiteX11" fmla="*/ 554831 w 1469231"/>
                  <a:gd name="connsiteY11" fmla="*/ 883444 h 885825"/>
                  <a:gd name="connsiteX12" fmla="*/ 73820 w 1469231"/>
                  <a:gd name="connsiteY12" fmla="*/ 742950 h 885825"/>
                  <a:gd name="connsiteX13" fmla="*/ 69056 w 1469231"/>
                  <a:gd name="connsiteY13" fmla="*/ 742950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1613"/>
                  <a:gd name="connsiteY0" fmla="*/ 688182 h 885825"/>
                  <a:gd name="connsiteX1" fmla="*/ 254795 w 1471613"/>
                  <a:gd name="connsiteY1" fmla="*/ 478632 h 885825"/>
                  <a:gd name="connsiteX2" fmla="*/ 381001 w 1471613"/>
                  <a:gd name="connsiteY2" fmla="*/ 326232 h 885825"/>
                  <a:gd name="connsiteX3" fmla="*/ 881063 w 1471613"/>
                  <a:gd name="connsiteY3" fmla="*/ 0 h 885825"/>
                  <a:gd name="connsiteX4" fmla="*/ 1214438 w 1471613"/>
                  <a:gd name="connsiteY4" fmla="*/ 9525 h 885825"/>
                  <a:gd name="connsiteX5" fmla="*/ 1395413 w 1471613"/>
                  <a:gd name="connsiteY5" fmla="*/ 76200 h 885825"/>
                  <a:gd name="connsiteX6" fmla="*/ 1471613 w 1471613"/>
                  <a:gd name="connsiteY6" fmla="*/ 169069 h 885825"/>
                  <a:gd name="connsiteX7" fmla="*/ 1419226 w 1471613"/>
                  <a:gd name="connsiteY7" fmla="*/ 304800 h 885825"/>
                  <a:gd name="connsiteX8" fmla="*/ 1250157 w 1471613"/>
                  <a:gd name="connsiteY8" fmla="*/ 638175 h 885825"/>
                  <a:gd name="connsiteX9" fmla="*/ 931070 w 1471613"/>
                  <a:gd name="connsiteY9" fmla="*/ 795338 h 885825"/>
                  <a:gd name="connsiteX10" fmla="*/ 633413 w 1471613"/>
                  <a:gd name="connsiteY10" fmla="*/ 885825 h 885825"/>
                  <a:gd name="connsiteX11" fmla="*/ 557213 w 1471613"/>
                  <a:gd name="connsiteY11" fmla="*/ 883444 h 885825"/>
                  <a:gd name="connsiteX12" fmla="*/ 76202 w 1471613"/>
                  <a:gd name="connsiteY12" fmla="*/ 742950 h 885825"/>
                  <a:gd name="connsiteX13" fmla="*/ 0 w 1471613"/>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688182 h 885825"/>
                  <a:gd name="connsiteX1" fmla="*/ 254795 w 1472121"/>
                  <a:gd name="connsiteY1" fmla="*/ 478632 h 885825"/>
                  <a:gd name="connsiteX2" fmla="*/ 381001 w 1472121"/>
                  <a:gd name="connsiteY2" fmla="*/ 326232 h 885825"/>
                  <a:gd name="connsiteX3" fmla="*/ 881063 w 1472121"/>
                  <a:gd name="connsiteY3" fmla="*/ 0 h 885825"/>
                  <a:gd name="connsiteX4" fmla="*/ 1214438 w 1472121"/>
                  <a:gd name="connsiteY4" fmla="*/ 9525 h 885825"/>
                  <a:gd name="connsiteX5" fmla="*/ 1395413 w 1472121"/>
                  <a:gd name="connsiteY5" fmla="*/ 76200 h 885825"/>
                  <a:gd name="connsiteX6" fmla="*/ 1471613 w 1472121"/>
                  <a:gd name="connsiteY6" fmla="*/ 169069 h 885825"/>
                  <a:gd name="connsiteX7" fmla="*/ 1419226 w 1472121"/>
                  <a:gd name="connsiteY7" fmla="*/ 304800 h 885825"/>
                  <a:gd name="connsiteX8" fmla="*/ 1250157 w 1472121"/>
                  <a:gd name="connsiteY8" fmla="*/ 638175 h 885825"/>
                  <a:gd name="connsiteX9" fmla="*/ 931070 w 1472121"/>
                  <a:gd name="connsiteY9" fmla="*/ 795338 h 885825"/>
                  <a:gd name="connsiteX10" fmla="*/ 633413 w 1472121"/>
                  <a:gd name="connsiteY10" fmla="*/ 885825 h 885825"/>
                  <a:gd name="connsiteX11" fmla="*/ 557213 w 1472121"/>
                  <a:gd name="connsiteY11" fmla="*/ 883444 h 885825"/>
                  <a:gd name="connsiteX12" fmla="*/ 76202 w 1472121"/>
                  <a:gd name="connsiteY12" fmla="*/ 742950 h 885825"/>
                  <a:gd name="connsiteX13" fmla="*/ 0 w 1472121"/>
                  <a:gd name="connsiteY13" fmla="*/ 683419 h 885825"/>
                  <a:gd name="connsiteX0" fmla="*/ 2382 w 1472121"/>
                  <a:gd name="connsiteY0" fmla="*/ 711994 h 909637"/>
                  <a:gd name="connsiteX1" fmla="*/ 254795 w 1472121"/>
                  <a:gd name="connsiteY1" fmla="*/ 502444 h 909637"/>
                  <a:gd name="connsiteX2" fmla="*/ 381001 w 1472121"/>
                  <a:gd name="connsiteY2" fmla="*/ 350044 h 909637"/>
                  <a:gd name="connsiteX3" fmla="*/ 881063 w 1472121"/>
                  <a:gd name="connsiteY3" fmla="*/ 23812 h 909637"/>
                  <a:gd name="connsiteX4" fmla="*/ 1214438 w 1472121"/>
                  <a:gd name="connsiteY4" fmla="*/ 33337 h 909637"/>
                  <a:gd name="connsiteX5" fmla="*/ 1395413 w 1472121"/>
                  <a:gd name="connsiteY5" fmla="*/ 100012 h 909637"/>
                  <a:gd name="connsiteX6" fmla="*/ 1471613 w 1472121"/>
                  <a:gd name="connsiteY6" fmla="*/ 192881 h 909637"/>
                  <a:gd name="connsiteX7" fmla="*/ 1419226 w 1472121"/>
                  <a:gd name="connsiteY7" fmla="*/ 328612 h 909637"/>
                  <a:gd name="connsiteX8" fmla="*/ 1250157 w 1472121"/>
                  <a:gd name="connsiteY8" fmla="*/ 661987 h 909637"/>
                  <a:gd name="connsiteX9" fmla="*/ 931070 w 1472121"/>
                  <a:gd name="connsiteY9" fmla="*/ 819150 h 909637"/>
                  <a:gd name="connsiteX10" fmla="*/ 633413 w 1472121"/>
                  <a:gd name="connsiteY10" fmla="*/ 909637 h 909637"/>
                  <a:gd name="connsiteX11" fmla="*/ 557213 w 1472121"/>
                  <a:gd name="connsiteY11" fmla="*/ 907256 h 909637"/>
                  <a:gd name="connsiteX12" fmla="*/ 76202 w 1472121"/>
                  <a:gd name="connsiteY12" fmla="*/ 766762 h 909637"/>
                  <a:gd name="connsiteX13" fmla="*/ 0 w 1472121"/>
                  <a:gd name="connsiteY13" fmla="*/ 707231 h 909637"/>
                  <a:gd name="connsiteX0" fmla="*/ 2382 w 1472121"/>
                  <a:gd name="connsiteY0" fmla="*/ 736865 h 934508"/>
                  <a:gd name="connsiteX1" fmla="*/ 254795 w 1472121"/>
                  <a:gd name="connsiteY1" fmla="*/ 527315 h 934508"/>
                  <a:gd name="connsiteX2" fmla="*/ 381001 w 1472121"/>
                  <a:gd name="connsiteY2" fmla="*/ 374915 h 934508"/>
                  <a:gd name="connsiteX3" fmla="*/ 881063 w 1472121"/>
                  <a:gd name="connsiteY3" fmla="*/ 48683 h 934508"/>
                  <a:gd name="connsiteX4" fmla="*/ 1214438 w 1472121"/>
                  <a:gd name="connsiteY4" fmla="*/ 58208 h 934508"/>
                  <a:gd name="connsiteX5" fmla="*/ 1395413 w 1472121"/>
                  <a:gd name="connsiteY5" fmla="*/ 124883 h 934508"/>
                  <a:gd name="connsiteX6" fmla="*/ 1471613 w 1472121"/>
                  <a:gd name="connsiteY6" fmla="*/ 217752 h 934508"/>
                  <a:gd name="connsiteX7" fmla="*/ 1419226 w 1472121"/>
                  <a:gd name="connsiteY7" fmla="*/ 353483 h 934508"/>
                  <a:gd name="connsiteX8" fmla="*/ 1250157 w 1472121"/>
                  <a:gd name="connsiteY8" fmla="*/ 686858 h 934508"/>
                  <a:gd name="connsiteX9" fmla="*/ 931070 w 1472121"/>
                  <a:gd name="connsiteY9" fmla="*/ 844021 h 934508"/>
                  <a:gd name="connsiteX10" fmla="*/ 633413 w 1472121"/>
                  <a:gd name="connsiteY10" fmla="*/ 934508 h 934508"/>
                  <a:gd name="connsiteX11" fmla="*/ 557213 w 1472121"/>
                  <a:gd name="connsiteY11" fmla="*/ 932127 h 934508"/>
                  <a:gd name="connsiteX12" fmla="*/ 76202 w 1472121"/>
                  <a:gd name="connsiteY12" fmla="*/ 791633 h 934508"/>
                  <a:gd name="connsiteX13" fmla="*/ 0 w 1472121"/>
                  <a:gd name="connsiteY13" fmla="*/ 732102 h 934508"/>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736865 h 934517"/>
                  <a:gd name="connsiteX1" fmla="*/ 254795 w 1472121"/>
                  <a:gd name="connsiteY1" fmla="*/ 527315 h 934517"/>
                  <a:gd name="connsiteX2" fmla="*/ 381001 w 1472121"/>
                  <a:gd name="connsiteY2" fmla="*/ 374915 h 934517"/>
                  <a:gd name="connsiteX3" fmla="*/ 881063 w 1472121"/>
                  <a:gd name="connsiteY3" fmla="*/ 48683 h 934517"/>
                  <a:gd name="connsiteX4" fmla="*/ 1214438 w 1472121"/>
                  <a:gd name="connsiteY4" fmla="*/ 58208 h 934517"/>
                  <a:gd name="connsiteX5" fmla="*/ 1395413 w 1472121"/>
                  <a:gd name="connsiteY5" fmla="*/ 124883 h 934517"/>
                  <a:gd name="connsiteX6" fmla="*/ 1471613 w 1472121"/>
                  <a:gd name="connsiteY6" fmla="*/ 217752 h 934517"/>
                  <a:gd name="connsiteX7" fmla="*/ 1419226 w 1472121"/>
                  <a:gd name="connsiteY7" fmla="*/ 353483 h 934517"/>
                  <a:gd name="connsiteX8" fmla="*/ 1250157 w 1472121"/>
                  <a:gd name="connsiteY8" fmla="*/ 686858 h 934517"/>
                  <a:gd name="connsiteX9" fmla="*/ 931070 w 1472121"/>
                  <a:gd name="connsiteY9" fmla="*/ 844021 h 934517"/>
                  <a:gd name="connsiteX10" fmla="*/ 633413 w 1472121"/>
                  <a:gd name="connsiteY10" fmla="*/ 934508 h 934517"/>
                  <a:gd name="connsiteX11" fmla="*/ 557213 w 1472121"/>
                  <a:gd name="connsiteY11" fmla="*/ 932127 h 934517"/>
                  <a:gd name="connsiteX12" fmla="*/ 76202 w 1472121"/>
                  <a:gd name="connsiteY12" fmla="*/ 791633 h 934517"/>
                  <a:gd name="connsiteX13" fmla="*/ 0 w 1472121"/>
                  <a:gd name="connsiteY13" fmla="*/ 732102 h 934517"/>
                  <a:gd name="connsiteX0" fmla="*/ 2382 w 1472121"/>
                  <a:gd name="connsiteY0" fmla="*/ 686663 h 884315"/>
                  <a:gd name="connsiteX1" fmla="*/ 254795 w 1472121"/>
                  <a:gd name="connsiteY1" fmla="*/ 477113 h 884315"/>
                  <a:gd name="connsiteX2" fmla="*/ 381001 w 1472121"/>
                  <a:gd name="connsiteY2" fmla="*/ 324713 h 884315"/>
                  <a:gd name="connsiteX3" fmla="*/ 773113 w 1472121"/>
                  <a:gd name="connsiteY3" fmla="*/ 74681 h 884315"/>
                  <a:gd name="connsiteX4" fmla="*/ 1214438 w 1472121"/>
                  <a:gd name="connsiteY4" fmla="*/ 8006 h 884315"/>
                  <a:gd name="connsiteX5" fmla="*/ 1395413 w 1472121"/>
                  <a:gd name="connsiteY5" fmla="*/ 74681 h 884315"/>
                  <a:gd name="connsiteX6" fmla="*/ 1471613 w 1472121"/>
                  <a:gd name="connsiteY6" fmla="*/ 167550 h 884315"/>
                  <a:gd name="connsiteX7" fmla="*/ 1419226 w 1472121"/>
                  <a:gd name="connsiteY7" fmla="*/ 303281 h 884315"/>
                  <a:gd name="connsiteX8" fmla="*/ 1250157 w 1472121"/>
                  <a:gd name="connsiteY8" fmla="*/ 636656 h 884315"/>
                  <a:gd name="connsiteX9" fmla="*/ 931070 w 1472121"/>
                  <a:gd name="connsiteY9" fmla="*/ 793819 h 884315"/>
                  <a:gd name="connsiteX10" fmla="*/ 633413 w 1472121"/>
                  <a:gd name="connsiteY10" fmla="*/ 884306 h 884315"/>
                  <a:gd name="connsiteX11" fmla="*/ 557213 w 1472121"/>
                  <a:gd name="connsiteY11" fmla="*/ 881925 h 884315"/>
                  <a:gd name="connsiteX12" fmla="*/ 76202 w 1472121"/>
                  <a:gd name="connsiteY12" fmla="*/ 741431 h 884315"/>
                  <a:gd name="connsiteX13" fmla="*/ 0 w 1472121"/>
                  <a:gd name="connsiteY13" fmla="*/ 681900 h 884315"/>
                  <a:gd name="connsiteX0" fmla="*/ 2382 w 1472121"/>
                  <a:gd name="connsiteY0" fmla="*/ 678763 h 876415"/>
                  <a:gd name="connsiteX1" fmla="*/ 254795 w 1472121"/>
                  <a:gd name="connsiteY1" fmla="*/ 4692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2382 w 1472121"/>
                  <a:gd name="connsiteY0" fmla="*/ 678763 h 876415"/>
                  <a:gd name="connsiteX1" fmla="*/ 248445 w 1472121"/>
                  <a:gd name="connsiteY1" fmla="*/ 647013 h 876415"/>
                  <a:gd name="connsiteX2" fmla="*/ 609601 w 1472121"/>
                  <a:gd name="connsiteY2" fmla="*/ 434288 h 876415"/>
                  <a:gd name="connsiteX3" fmla="*/ 773113 w 1472121"/>
                  <a:gd name="connsiteY3" fmla="*/ 66781 h 876415"/>
                  <a:gd name="connsiteX4" fmla="*/ 1214438 w 1472121"/>
                  <a:gd name="connsiteY4" fmla="*/ 106 h 876415"/>
                  <a:gd name="connsiteX5" fmla="*/ 1395413 w 1472121"/>
                  <a:gd name="connsiteY5" fmla="*/ 66781 h 876415"/>
                  <a:gd name="connsiteX6" fmla="*/ 1471613 w 1472121"/>
                  <a:gd name="connsiteY6" fmla="*/ 159650 h 876415"/>
                  <a:gd name="connsiteX7" fmla="*/ 1419226 w 1472121"/>
                  <a:gd name="connsiteY7" fmla="*/ 295381 h 876415"/>
                  <a:gd name="connsiteX8" fmla="*/ 1250157 w 1472121"/>
                  <a:gd name="connsiteY8" fmla="*/ 628756 h 876415"/>
                  <a:gd name="connsiteX9" fmla="*/ 931070 w 1472121"/>
                  <a:gd name="connsiteY9" fmla="*/ 785919 h 876415"/>
                  <a:gd name="connsiteX10" fmla="*/ 633413 w 1472121"/>
                  <a:gd name="connsiteY10" fmla="*/ 876406 h 876415"/>
                  <a:gd name="connsiteX11" fmla="*/ 557213 w 1472121"/>
                  <a:gd name="connsiteY11" fmla="*/ 874025 h 876415"/>
                  <a:gd name="connsiteX12" fmla="*/ 76202 w 1472121"/>
                  <a:gd name="connsiteY12" fmla="*/ 733531 h 876415"/>
                  <a:gd name="connsiteX13" fmla="*/ 0 w 1472121"/>
                  <a:gd name="connsiteY13" fmla="*/ 674000 h 876415"/>
                  <a:gd name="connsiteX0" fmla="*/ 0 w 1469739"/>
                  <a:gd name="connsiteY0" fmla="*/ 678763 h 876415"/>
                  <a:gd name="connsiteX1" fmla="*/ 246063 w 1469739"/>
                  <a:gd name="connsiteY1" fmla="*/ 647013 h 876415"/>
                  <a:gd name="connsiteX2" fmla="*/ 607219 w 1469739"/>
                  <a:gd name="connsiteY2" fmla="*/ 434288 h 876415"/>
                  <a:gd name="connsiteX3" fmla="*/ 770731 w 1469739"/>
                  <a:gd name="connsiteY3" fmla="*/ 66781 h 876415"/>
                  <a:gd name="connsiteX4" fmla="*/ 1212056 w 1469739"/>
                  <a:gd name="connsiteY4" fmla="*/ 106 h 876415"/>
                  <a:gd name="connsiteX5" fmla="*/ 1393031 w 1469739"/>
                  <a:gd name="connsiteY5" fmla="*/ 66781 h 876415"/>
                  <a:gd name="connsiteX6" fmla="*/ 1469231 w 1469739"/>
                  <a:gd name="connsiteY6" fmla="*/ 159650 h 876415"/>
                  <a:gd name="connsiteX7" fmla="*/ 1416844 w 1469739"/>
                  <a:gd name="connsiteY7" fmla="*/ 295381 h 876415"/>
                  <a:gd name="connsiteX8" fmla="*/ 1247775 w 1469739"/>
                  <a:gd name="connsiteY8" fmla="*/ 628756 h 876415"/>
                  <a:gd name="connsiteX9" fmla="*/ 928688 w 1469739"/>
                  <a:gd name="connsiteY9" fmla="*/ 785919 h 876415"/>
                  <a:gd name="connsiteX10" fmla="*/ 631031 w 1469739"/>
                  <a:gd name="connsiteY10" fmla="*/ 876406 h 876415"/>
                  <a:gd name="connsiteX11" fmla="*/ 554831 w 1469739"/>
                  <a:gd name="connsiteY11" fmla="*/ 874025 h 876415"/>
                  <a:gd name="connsiteX12" fmla="*/ 73820 w 1469739"/>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0 w 1460214"/>
                  <a:gd name="connsiteY0" fmla="*/ 732738 h 876415"/>
                  <a:gd name="connsiteX1" fmla="*/ 236538 w 1460214"/>
                  <a:gd name="connsiteY1" fmla="*/ 647013 h 876415"/>
                  <a:gd name="connsiteX2" fmla="*/ 597694 w 1460214"/>
                  <a:gd name="connsiteY2" fmla="*/ 434288 h 876415"/>
                  <a:gd name="connsiteX3" fmla="*/ 761206 w 1460214"/>
                  <a:gd name="connsiteY3" fmla="*/ 66781 h 876415"/>
                  <a:gd name="connsiteX4" fmla="*/ 1202531 w 1460214"/>
                  <a:gd name="connsiteY4" fmla="*/ 106 h 876415"/>
                  <a:gd name="connsiteX5" fmla="*/ 1383506 w 1460214"/>
                  <a:gd name="connsiteY5" fmla="*/ 66781 h 876415"/>
                  <a:gd name="connsiteX6" fmla="*/ 1459706 w 1460214"/>
                  <a:gd name="connsiteY6" fmla="*/ 159650 h 876415"/>
                  <a:gd name="connsiteX7" fmla="*/ 1407319 w 1460214"/>
                  <a:gd name="connsiteY7" fmla="*/ 295381 h 876415"/>
                  <a:gd name="connsiteX8" fmla="*/ 1238250 w 1460214"/>
                  <a:gd name="connsiteY8" fmla="*/ 628756 h 876415"/>
                  <a:gd name="connsiteX9" fmla="*/ 919163 w 1460214"/>
                  <a:gd name="connsiteY9" fmla="*/ 785919 h 876415"/>
                  <a:gd name="connsiteX10" fmla="*/ 621506 w 1460214"/>
                  <a:gd name="connsiteY10" fmla="*/ 876406 h 876415"/>
                  <a:gd name="connsiteX11" fmla="*/ 545306 w 1460214"/>
                  <a:gd name="connsiteY11" fmla="*/ 874025 h 876415"/>
                  <a:gd name="connsiteX12" fmla="*/ 64295 w 1460214"/>
                  <a:gd name="connsiteY12" fmla="*/ 733531 h 876415"/>
                  <a:gd name="connsiteX0" fmla="*/ 5555 w 1465769"/>
                  <a:gd name="connsiteY0" fmla="*/ 732738 h 885539"/>
                  <a:gd name="connsiteX1" fmla="*/ 242093 w 1465769"/>
                  <a:gd name="connsiteY1" fmla="*/ 647013 h 885539"/>
                  <a:gd name="connsiteX2" fmla="*/ 603249 w 1465769"/>
                  <a:gd name="connsiteY2" fmla="*/ 434288 h 885539"/>
                  <a:gd name="connsiteX3" fmla="*/ 766761 w 1465769"/>
                  <a:gd name="connsiteY3" fmla="*/ 66781 h 885539"/>
                  <a:gd name="connsiteX4" fmla="*/ 1208086 w 1465769"/>
                  <a:gd name="connsiteY4" fmla="*/ 106 h 885539"/>
                  <a:gd name="connsiteX5" fmla="*/ 1389061 w 1465769"/>
                  <a:gd name="connsiteY5" fmla="*/ 66781 h 885539"/>
                  <a:gd name="connsiteX6" fmla="*/ 1465261 w 1465769"/>
                  <a:gd name="connsiteY6" fmla="*/ 159650 h 885539"/>
                  <a:gd name="connsiteX7" fmla="*/ 1412874 w 1465769"/>
                  <a:gd name="connsiteY7" fmla="*/ 295381 h 885539"/>
                  <a:gd name="connsiteX8" fmla="*/ 1243805 w 1465769"/>
                  <a:gd name="connsiteY8" fmla="*/ 628756 h 885539"/>
                  <a:gd name="connsiteX9" fmla="*/ 924718 w 1465769"/>
                  <a:gd name="connsiteY9" fmla="*/ 785919 h 885539"/>
                  <a:gd name="connsiteX10" fmla="*/ 627061 w 1465769"/>
                  <a:gd name="connsiteY10" fmla="*/ 876406 h 885539"/>
                  <a:gd name="connsiteX11" fmla="*/ 550861 w 1465769"/>
                  <a:gd name="connsiteY11" fmla="*/ 874025 h 885539"/>
                  <a:gd name="connsiteX12" fmla="*/ 0 w 1465769"/>
                  <a:gd name="connsiteY12" fmla="*/ 727181 h 885539"/>
                  <a:gd name="connsiteX0" fmla="*/ 6994 w 1467208"/>
                  <a:gd name="connsiteY0" fmla="*/ 732738 h 885539"/>
                  <a:gd name="connsiteX1" fmla="*/ 243532 w 1467208"/>
                  <a:gd name="connsiteY1" fmla="*/ 647013 h 885539"/>
                  <a:gd name="connsiteX2" fmla="*/ 604688 w 1467208"/>
                  <a:gd name="connsiteY2" fmla="*/ 434288 h 885539"/>
                  <a:gd name="connsiteX3" fmla="*/ 768200 w 1467208"/>
                  <a:gd name="connsiteY3" fmla="*/ 66781 h 885539"/>
                  <a:gd name="connsiteX4" fmla="*/ 1209525 w 1467208"/>
                  <a:gd name="connsiteY4" fmla="*/ 106 h 885539"/>
                  <a:gd name="connsiteX5" fmla="*/ 1390500 w 1467208"/>
                  <a:gd name="connsiteY5" fmla="*/ 66781 h 885539"/>
                  <a:gd name="connsiteX6" fmla="*/ 1466700 w 1467208"/>
                  <a:gd name="connsiteY6" fmla="*/ 159650 h 885539"/>
                  <a:gd name="connsiteX7" fmla="*/ 1414313 w 1467208"/>
                  <a:gd name="connsiteY7" fmla="*/ 295381 h 885539"/>
                  <a:gd name="connsiteX8" fmla="*/ 1245244 w 1467208"/>
                  <a:gd name="connsiteY8" fmla="*/ 628756 h 885539"/>
                  <a:gd name="connsiteX9" fmla="*/ 926157 w 1467208"/>
                  <a:gd name="connsiteY9" fmla="*/ 785919 h 885539"/>
                  <a:gd name="connsiteX10" fmla="*/ 628500 w 1467208"/>
                  <a:gd name="connsiteY10" fmla="*/ 876406 h 885539"/>
                  <a:gd name="connsiteX11" fmla="*/ 552300 w 1467208"/>
                  <a:gd name="connsiteY11" fmla="*/ 874025 h 885539"/>
                  <a:gd name="connsiteX12" fmla="*/ 1439 w 1467208"/>
                  <a:gd name="connsiteY12" fmla="*/ 727181 h 885539"/>
                  <a:gd name="connsiteX0" fmla="*/ 26753 w 1486967"/>
                  <a:gd name="connsiteY0" fmla="*/ 732738 h 885539"/>
                  <a:gd name="connsiteX1" fmla="*/ 263291 w 1486967"/>
                  <a:gd name="connsiteY1" fmla="*/ 647013 h 885539"/>
                  <a:gd name="connsiteX2" fmla="*/ 624447 w 1486967"/>
                  <a:gd name="connsiteY2" fmla="*/ 434288 h 885539"/>
                  <a:gd name="connsiteX3" fmla="*/ 787959 w 1486967"/>
                  <a:gd name="connsiteY3" fmla="*/ 66781 h 885539"/>
                  <a:gd name="connsiteX4" fmla="*/ 1229284 w 1486967"/>
                  <a:gd name="connsiteY4" fmla="*/ 106 h 885539"/>
                  <a:gd name="connsiteX5" fmla="*/ 1410259 w 1486967"/>
                  <a:gd name="connsiteY5" fmla="*/ 66781 h 885539"/>
                  <a:gd name="connsiteX6" fmla="*/ 1486459 w 1486967"/>
                  <a:gd name="connsiteY6" fmla="*/ 159650 h 885539"/>
                  <a:gd name="connsiteX7" fmla="*/ 1434072 w 1486967"/>
                  <a:gd name="connsiteY7" fmla="*/ 295381 h 885539"/>
                  <a:gd name="connsiteX8" fmla="*/ 1265003 w 1486967"/>
                  <a:gd name="connsiteY8" fmla="*/ 628756 h 885539"/>
                  <a:gd name="connsiteX9" fmla="*/ 945916 w 1486967"/>
                  <a:gd name="connsiteY9" fmla="*/ 785919 h 885539"/>
                  <a:gd name="connsiteX10" fmla="*/ 648259 w 1486967"/>
                  <a:gd name="connsiteY10" fmla="*/ 876406 h 885539"/>
                  <a:gd name="connsiteX11" fmla="*/ 572059 w 1486967"/>
                  <a:gd name="connsiteY11" fmla="*/ 874025 h 885539"/>
                  <a:gd name="connsiteX12" fmla="*/ 21198 w 1486967"/>
                  <a:gd name="connsiteY12" fmla="*/ 727181 h 885539"/>
                  <a:gd name="connsiteX0" fmla="*/ 5555 w 1465769"/>
                  <a:gd name="connsiteY0" fmla="*/ 732738 h 877484"/>
                  <a:gd name="connsiteX1" fmla="*/ 242093 w 1465769"/>
                  <a:gd name="connsiteY1" fmla="*/ 647013 h 877484"/>
                  <a:gd name="connsiteX2" fmla="*/ 603249 w 1465769"/>
                  <a:gd name="connsiteY2" fmla="*/ 434288 h 877484"/>
                  <a:gd name="connsiteX3" fmla="*/ 766761 w 1465769"/>
                  <a:gd name="connsiteY3" fmla="*/ 66781 h 877484"/>
                  <a:gd name="connsiteX4" fmla="*/ 1208086 w 1465769"/>
                  <a:gd name="connsiteY4" fmla="*/ 106 h 877484"/>
                  <a:gd name="connsiteX5" fmla="*/ 1389061 w 1465769"/>
                  <a:gd name="connsiteY5" fmla="*/ 66781 h 877484"/>
                  <a:gd name="connsiteX6" fmla="*/ 1465261 w 1465769"/>
                  <a:gd name="connsiteY6" fmla="*/ 159650 h 877484"/>
                  <a:gd name="connsiteX7" fmla="*/ 1412874 w 1465769"/>
                  <a:gd name="connsiteY7" fmla="*/ 295381 h 877484"/>
                  <a:gd name="connsiteX8" fmla="*/ 1243805 w 1465769"/>
                  <a:gd name="connsiteY8" fmla="*/ 628756 h 877484"/>
                  <a:gd name="connsiteX9" fmla="*/ 924718 w 1465769"/>
                  <a:gd name="connsiteY9" fmla="*/ 785919 h 877484"/>
                  <a:gd name="connsiteX10" fmla="*/ 627061 w 1465769"/>
                  <a:gd name="connsiteY10" fmla="*/ 876406 h 877484"/>
                  <a:gd name="connsiteX11" fmla="*/ 0 w 1465769"/>
                  <a:gd name="connsiteY11" fmla="*/ 727181 h 877484"/>
                  <a:gd name="connsiteX0" fmla="*/ 5555 w 1476701"/>
                  <a:gd name="connsiteY0" fmla="*/ 738925 h 883671"/>
                  <a:gd name="connsiteX1" fmla="*/ 242093 w 1476701"/>
                  <a:gd name="connsiteY1" fmla="*/ 653200 h 883671"/>
                  <a:gd name="connsiteX2" fmla="*/ 603249 w 1476701"/>
                  <a:gd name="connsiteY2" fmla="*/ 440475 h 883671"/>
                  <a:gd name="connsiteX3" fmla="*/ 766761 w 1476701"/>
                  <a:gd name="connsiteY3" fmla="*/ 72968 h 883671"/>
                  <a:gd name="connsiteX4" fmla="*/ 1208086 w 1476701"/>
                  <a:gd name="connsiteY4" fmla="*/ 6293 h 883671"/>
                  <a:gd name="connsiteX5" fmla="*/ 1465261 w 1476701"/>
                  <a:gd name="connsiteY5" fmla="*/ 165837 h 883671"/>
                  <a:gd name="connsiteX6" fmla="*/ 1412874 w 1476701"/>
                  <a:gd name="connsiteY6" fmla="*/ 301568 h 883671"/>
                  <a:gd name="connsiteX7" fmla="*/ 1243805 w 1476701"/>
                  <a:gd name="connsiteY7" fmla="*/ 634943 h 883671"/>
                  <a:gd name="connsiteX8" fmla="*/ 924718 w 1476701"/>
                  <a:gd name="connsiteY8" fmla="*/ 792106 h 883671"/>
                  <a:gd name="connsiteX9" fmla="*/ 627061 w 1476701"/>
                  <a:gd name="connsiteY9" fmla="*/ 882593 h 883671"/>
                  <a:gd name="connsiteX10" fmla="*/ 0 w 1476701"/>
                  <a:gd name="connsiteY10" fmla="*/ 733368 h 883671"/>
                  <a:gd name="connsiteX0" fmla="*/ 5555 w 1465448"/>
                  <a:gd name="connsiteY0" fmla="*/ 738925 h 883671"/>
                  <a:gd name="connsiteX1" fmla="*/ 242093 w 1465448"/>
                  <a:gd name="connsiteY1" fmla="*/ 653200 h 883671"/>
                  <a:gd name="connsiteX2" fmla="*/ 603249 w 1465448"/>
                  <a:gd name="connsiteY2" fmla="*/ 440475 h 883671"/>
                  <a:gd name="connsiteX3" fmla="*/ 766761 w 1465448"/>
                  <a:gd name="connsiteY3" fmla="*/ 72968 h 883671"/>
                  <a:gd name="connsiteX4" fmla="*/ 1208086 w 1465448"/>
                  <a:gd name="connsiteY4" fmla="*/ 6293 h 883671"/>
                  <a:gd name="connsiteX5" fmla="*/ 1465261 w 1465448"/>
                  <a:gd name="connsiteY5" fmla="*/ 165837 h 883671"/>
                  <a:gd name="connsiteX6" fmla="*/ 1243805 w 1465448"/>
                  <a:gd name="connsiteY6" fmla="*/ 634943 h 883671"/>
                  <a:gd name="connsiteX7" fmla="*/ 924718 w 1465448"/>
                  <a:gd name="connsiteY7" fmla="*/ 792106 h 883671"/>
                  <a:gd name="connsiteX8" fmla="*/ 627061 w 1465448"/>
                  <a:gd name="connsiteY8" fmla="*/ 882593 h 883671"/>
                  <a:gd name="connsiteX9" fmla="*/ 0 w 1465448"/>
                  <a:gd name="connsiteY9" fmla="*/ 733368 h 883671"/>
                  <a:gd name="connsiteX0" fmla="*/ 5555 w 1465448"/>
                  <a:gd name="connsiteY0" fmla="*/ 738925 h 882593"/>
                  <a:gd name="connsiteX1" fmla="*/ 242093 w 1465448"/>
                  <a:gd name="connsiteY1" fmla="*/ 653200 h 882593"/>
                  <a:gd name="connsiteX2" fmla="*/ 603249 w 1465448"/>
                  <a:gd name="connsiteY2" fmla="*/ 440475 h 882593"/>
                  <a:gd name="connsiteX3" fmla="*/ 766761 w 1465448"/>
                  <a:gd name="connsiteY3" fmla="*/ 72968 h 882593"/>
                  <a:gd name="connsiteX4" fmla="*/ 1208086 w 1465448"/>
                  <a:gd name="connsiteY4" fmla="*/ 6293 h 882593"/>
                  <a:gd name="connsiteX5" fmla="*/ 1465261 w 1465448"/>
                  <a:gd name="connsiteY5" fmla="*/ 165837 h 882593"/>
                  <a:gd name="connsiteX6" fmla="*/ 1243805 w 1465448"/>
                  <a:gd name="connsiteY6" fmla="*/ 634943 h 882593"/>
                  <a:gd name="connsiteX7" fmla="*/ 902493 w 1465448"/>
                  <a:gd name="connsiteY7" fmla="*/ 734956 h 882593"/>
                  <a:gd name="connsiteX8" fmla="*/ 627061 w 1465448"/>
                  <a:gd name="connsiteY8" fmla="*/ 882593 h 882593"/>
                  <a:gd name="connsiteX9" fmla="*/ 0 w 1465448"/>
                  <a:gd name="connsiteY9" fmla="*/ 733368 h 882593"/>
                  <a:gd name="connsiteX0" fmla="*/ 5555 w 1468877"/>
                  <a:gd name="connsiteY0" fmla="*/ 753070 h 896738"/>
                  <a:gd name="connsiteX1" fmla="*/ 242093 w 1468877"/>
                  <a:gd name="connsiteY1" fmla="*/ 667345 h 896738"/>
                  <a:gd name="connsiteX2" fmla="*/ 603249 w 1468877"/>
                  <a:gd name="connsiteY2" fmla="*/ 454620 h 896738"/>
                  <a:gd name="connsiteX3" fmla="*/ 766761 w 1468877"/>
                  <a:gd name="connsiteY3" fmla="*/ 87113 h 896738"/>
                  <a:gd name="connsiteX4" fmla="*/ 1065211 w 1468877"/>
                  <a:gd name="connsiteY4" fmla="*/ 4563 h 896738"/>
                  <a:gd name="connsiteX5" fmla="*/ 1465261 w 1468877"/>
                  <a:gd name="connsiteY5" fmla="*/ 179982 h 896738"/>
                  <a:gd name="connsiteX6" fmla="*/ 1243805 w 1468877"/>
                  <a:gd name="connsiteY6" fmla="*/ 649088 h 896738"/>
                  <a:gd name="connsiteX7" fmla="*/ 902493 w 1468877"/>
                  <a:gd name="connsiteY7" fmla="*/ 749101 h 896738"/>
                  <a:gd name="connsiteX8" fmla="*/ 627061 w 1468877"/>
                  <a:gd name="connsiteY8" fmla="*/ 896738 h 896738"/>
                  <a:gd name="connsiteX9" fmla="*/ 0 w 1468877"/>
                  <a:gd name="connsiteY9" fmla="*/ 747513 h 896738"/>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0" fmla="*/ 0 w 1463322"/>
                  <a:gd name="connsiteY0" fmla="*/ 753070 h 896761"/>
                  <a:gd name="connsiteX1" fmla="*/ 236538 w 1463322"/>
                  <a:gd name="connsiteY1" fmla="*/ 667345 h 896761"/>
                  <a:gd name="connsiteX2" fmla="*/ 597694 w 1463322"/>
                  <a:gd name="connsiteY2" fmla="*/ 454620 h 896761"/>
                  <a:gd name="connsiteX3" fmla="*/ 761206 w 1463322"/>
                  <a:gd name="connsiteY3" fmla="*/ 87113 h 896761"/>
                  <a:gd name="connsiteX4" fmla="*/ 1059656 w 1463322"/>
                  <a:gd name="connsiteY4" fmla="*/ 4563 h 896761"/>
                  <a:gd name="connsiteX5" fmla="*/ 1459706 w 1463322"/>
                  <a:gd name="connsiteY5" fmla="*/ 179982 h 896761"/>
                  <a:gd name="connsiteX6" fmla="*/ 1238250 w 1463322"/>
                  <a:gd name="connsiteY6" fmla="*/ 649088 h 896761"/>
                  <a:gd name="connsiteX7" fmla="*/ 896938 w 1463322"/>
                  <a:gd name="connsiteY7" fmla="*/ 749101 h 896761"/>
                  <a:gd name="connsiteX8" fmla="*/ 621506 w 1463322"/>
                  <a:gd name="connsiteY8" fmla="*/ 896738 h 896761"/>
                  <a:gd name="connsiteX9" fmla="*/ 143670 w 1463322"/>
                  <a:gd name="connsiteY9" fmla="*/ 760213 h 896761"/>
                  <a:gd name="connsiteX10" fmla="*/ 0 w 1463322"/>
                  <a:gd name="connsiteY10" fmla="*/ 753070 h 896761"/>
                  <a:gd name="connsiteX0" fmla="*/ 0 w 1463322"/>
                  <a:gd name="connsiteY0" fmla="*/ 765156 h 908847"/>
                  <a:gd name="connsiteX1" fmla="*/ 236538 w 1463322"/>
                  <a:gd name="connsiteY1" fmla="*/ 679431 h 908847"/>
                  <a:gd name="connsiteX2" fmla="*/ 597694 w 1463322"/>
                  <a:gd name="connsiteY2" fmla="*/ 466706 h 908847"/>
                  <a:gd name="connsiteX3" fmla="*/ 761206 w 1463322"/>
                  <a:gd name="connsiteY3" fmla="*/ 99199 h 908847"/>
                  <a:gd name="connsiteX4" fmla="*/ 1059656 w 1463322"/>
                  <a:gd name="connsiteY4" fmla="*/ 16649 h 908847"/>
                  <a:gd name="connsiteX5" fmla="*/ 1459706 w 1463322"/>
                  <a:gd name="connsiteY5" fmla="*/ 192068 h 908847"/>
                  <a:gd name="connsiteX6" fmla="*/ 1238250 w 1463322"/>
                  <a:gd name="connsiteY6" fmla="*/ 661174 h 908847"/>
                  <a:gd name="connsiteX7" fmla="*/ 896938 w 1463322"/>
                  <a:gd name="connsiteY7" fmla="*/ 761187 h 908847"/>
                  <a:gd name="connsiteX8" fmla="*/ 621506 w 1463322"/>
                  <a:gd name="connsiteY8" fmla="*/ 908824 h 908847"/>
                  <a:gd name="connsiteX9" fmla="*/ 143670 w 1463322"/>
                  <a:gd name="connsiteY9" fmla="*/ 772299 h 908847"/>
                  <a:gd name="connsiteX10" fmla="*/ 0 w 1463322"/>
                  <a:gd name="connsiteY10" fmla="*/ 765156 h 908847"/>
                  <a:gd name="connsiteX0" fmla="*/ 0 w 1463322"/>
                  <a:gd name="connsiteY0" fmla="*/ 765156 h 908835"/>
                  <a:gd name="connsiteX1" fmla="*/ 236538 w 1463322"/>
                  <a:gd name="connsiteY1" fmla="*/ 679431 h 908835"/>
                  <a:gd name="connsiteX2" fmla="*/ 597694 w 1463322"/>
                  <a:gd name="connsiteY2" fmla="*/ 466706 h 908835"/>
                  <a:gd name="connsiteX3" fmla="*/ 761206 w 1463322"/>
                  <a:gd name="connsiteY3" fmla="*/ 99199 h 908835"/>
                  <a:gd name="connsiteX4" fmla="*/ 1059656 w 1463322"/>
                  <a:gd name="connsiteY4" fmla="*/ 16649 h 908835"/>
                  <a:gd name="connsiteX5" fmla="*/ 1459706 w 1463322"/>
                  <a:gd name="connsiteY5" fmla="*/ 192068 h 908835"/>
                  <a:gd name="connsiteX6" fmla="*/ 1238250 w 1463322"/>
                  <a:gd name="connsiteY6" fmla="*/ 661174 h 908835"/>
                  <a:gd name="connsiteX7" fmla="*/ 896938 w 1463322"/>
                  <a:gd name="connsiteY7" fmla="*/ 761187 h 908835"/>
                  <a:gd name="connsiteX8" fmla="*/ 621506 w 1463322"/>
                  <a:gd name="connsiteY8" fmla="*/ 908824 h 908835"/>
                  <a:gd name="connsiteX9" fmla="*/ 321470 w 1463322"/>
                  <a:gd name="connsiteY9" fmla="*/ 769124 h 908835"/>
                  <a:gd name="connsiteX10" fmla="*/ 0 w 1463322"/>
                  <a:gd name="connsiteY10" fmla="*/ 765156 h 908835"/>
                  <a:gd name="connsiteX0" fmla="*/ 26645 w 1489967"/>
                  <a:gd name="connsiteY0" fmla="*/ 765156 h 908835"/>
                  <a:gd name="connsiteX1" fmla="*/ 263183 w 1489967"/>
                  <a:gd name="connsiteY1" fmla="*/ 679431 h 908835"/>
                  <a:gd name="connsiteX2" fmla="*/ 624339 w 1489967"/>
                  <a:gd name="connsiteY2" fmla="*/ 466706 h 908835"/>
                  <a:gd name="connsiteX3" fmla="*/ 787851 w 1489967"/>
                  <a:gd name="connsiteY3" fmla="*/ 99199 h 908835"/>
                  <a:gd name="connsiteX4" fmla="*/ 1086301 w 1489967"/>
                  <a:gd name="connsiteY4" fmla="*/ 16649 h 908835"/>
                  <a:gd name="connsiteX5" fmla="*/ 1486351 w 1489967"/>
                  <a:gd name="connsiteY5" fmla="*/ 192068 h 908835"/>
                  <a:gd name="connsiteX6" fmla="*/ 1264895 w 1489967"/>
                  <a:gd name="connsiteY6" fmla="*/ 661174 h 908835"/>
                  <a:gd name="connsiteX7" fmla="*/ 923583 w 1489967"/>
                  <a:gd name="connsiteY7" fmla="*/ 761187 h 908835"/>
                  <a:gd name="connsiteX8" fmla="*/ 648151 w 1489967"/>
                  <a:gd name="connsiteY8" fmla="*/ 908824 h 908835"/>
                  <a:gd name="connsiteX9" fmla="*/ 348115 w 1489967"/>
                  <a:gd name="connsiteY9" fmla="*/ 769124 h 908835"/>
                  <a:gd name="connsiteX10" fmla="*/ 26645 w 1489967"/>
                  <a:gd name="connsiteY10" fmla="*/ 765156 h 908835"/>
                  <a:gd name="connsiteX0" fmla="*/ 12907 w 1476229"/>
                  <a:gd name="connsiteY0" fmla="*/ 765156 h 908835"/>
                  <a:gd name="connsiteX1" fmla="*/ 249445 w 1476229"/>
                  <a:gd name="connsiteY1" fmla="*/ 679431 h 908835"/>
                  <a:gd name="connsiteX2" fmla="*/ 610601 w 1476229"/>
                  <a:gd name="connsiteY2" fmla="*/ 466706 h 908835"/>
                  <a:gd name="connsiteX3" fmla="*/ 774113 w 1476229"/>
                  <a:gd name="connsiteY3" fmla="*/ 99199 h 908835"/>
                  <a:gd name="connsiteX4" fmla="*/ 1072563 w 1476229"/>
                  <a:gd name="connsiteY4" fmla="*/ 16649 h 908835"/>
                  <a:gd name="connsiteX5" fmla="*/ 1472613 w 1476229"/>
                  <a:gd name="connsiteY5" fmla="*/ 192068 h 908835"/>
                  <a:gd name="connsiteX6" fmla="*/ 1251157 w 1476229"/>
                  <a:gd name="connsiteY6" fmla="*/ 661174 h 908835"/>
                  <a:gd name="connsiteX7" fmla="*/ 909845 w 1476229"/>
                  <a:gd name="connsiteY7" fmla="*/ 761187 h 908835"/>
                  <a:gd name="connsiteX8" fmla="*/ 634413 w 1476229"/>
                  <a:gd name="connsiteY8" fmla="*/ 908824 h 908835"/>
                  <a:gd name="connsiteX9" fmla="*/ 334377 w 1476229"/>
                  <a:gd name="connsiteY9" fmla="*/ 769124 h 908835"/>
                  <a:gd name="connsiteX10" fmla="*/ 12907 w 1476229"/>
                  <a:gd name="connsiteY10" fmla="*/ 765156 h 908835"/>
                  <a:gd name="connsiteX0" fmla="*/ 27138 w 1490460"/>
                  <a:gd name="connsiteY0" fmla="*/ 765156 h 908835"/>
                  <a:gd name="connsiteX1" fmla="*/ 263676 w 1490460"/>
                  <a:gd name="connsiteY1" fmla="*/ 679431 h 908835"/>
                  <a:gd name="connsiteX2" fmla="*/ 624832 w 1490460"/>
                  <a:gd name="connsiteY2" fmla="*/ 466706 h 908835"/>
                  <a:gd name="connsiteX3" fmla="*/ 788344 w 1490460"/>
                  <a:gd name="connsiteY3" fmla="*/ 99199 h 908835"/>
                  <a:gd name="connsiteX4" fmla="*/ 1086794 w 1490460"/>
                  <a:gd name="connsiteY4" fmla="*/ 16649 h 908835"/>
                  <a:gd name="connsiteX5" fmla="*/ 1486844 w 1490460"/>
                  <a:gd name="connsiteY5" fmla="*/ 192068 h 908835"/>
                  <a:gd name="connsiteX6" fmla="*/ 1265388 w 1490460"/>
                  <a:gd name="connsiteY6" fmla="*/ 661174 h 908835"/>
                  <a:gd name="connsiteX7" fmla="*/ 924076 w 1490460"/>
                  <a:gd name="connsiteY7" fmla="*/ 761187 h 908835"/>
                  <a:gd name="connsiteX8" fmla="*/ 648644 w 1490460"/>
                  <a:gd name="connsiteY8" fmla="*/ 908824 h 908835"/>
                  <a:gd name="connsiteX9" fmla="*/ 348608 w 1490460"/>
                  <a:gd name="connsiteY9" fmla="*/ 769124 h 908835"/>
                  <a:gd name="connsiteX10" fmla="*/ 27138 w 1490460"/>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16335 w 1479657"/>
                  <a:gd name="connsiteY0" fmla="*/ 765156 h 908835"/>
                  <a:gd name="connsiteX1" fmla="*/ 252873 w 1479657"/>
                  <a:gd name="connsiteY1" fmla="*/ 679431 h 908835"/>
                  <a:gd name="connsiteX2" fmla="*/ 614029 w 1479657"/>
                  <a:gd name="connsiteY2" fmla="*/ 466706 h 908835"/>
                  <a:gd name="connsiteX3" fmla="*/ 777541 w 1479657"/>
                  <a:gd name="connsiteY3" fmla="*/ 99199 h 908835"/>
                  <a:gd name="connsiteX4" fmla="*/ 1075991 w 1479657"/>
                  <a:gd name="connsiteY4" fmla="*/ 16649 h 908835"/>
                  <a:gd name="connsiteX5" fmla="*/ 1476041 w 1479657"/>
                  <a:gd name="connsiteY5" fmla="*/ 192068 h 908835"/>
                  <a:gd name="connsiteX6" fmla="*/ 1254585 w 1479657"/>
                  <a:gd name="connsiteY6" fmla="*/ 661174 h 908835"/>
                  <a:gd name="connsiteX7" fmla="*/ 913273 w 1479657"/>
                  <a:gd name="connsiteY7" fmla="*/ 761187 h 908835"/>
                  <a:gd name="connsiteX8" fmla="*/ 637841 w 1479657"/>
                  <a:gd name="connsiteY8" fmla="*/ 908824 h 908835"/>
                  <a:gd name="connsiteX9" fmla="*/ 337805 w 1479657"/>
                  <a:gd name="connsiteY9" fmla="*/ 769124 h 908835"/>
                  <a:gd name="connsiteX10" fmla="*/ 16335 w 1479657"/>
                  <a:gd name="connsiteY10" fmla="*/ 765156 h 908835"/>
                  <a:gd name="connsiteX0" fmla="*/ 34619 w 1497941"/>
                  <a:gd name="connsiteY0" fmla="*/ 765156 h 908835"/>
                  <a:gd name="connsiteX1" fmla="*/ 271157 w 1497941"/>
                  <a:gd name="connsiteY1" fmla="*/ 679431 h 908835"/>
                  <a:gd name="connsiteX2" fmla="*/ 632313 w 1497941"/>
                  <a:gd name="connsiteY2" fmla="*/ 466706 h 908835"/>
                  <a:gd name="connsiteX3" fmla="*/ 795825 w 1497941"/>
                  <a:gd name="connsiteY3" fmla="*/ 99199 h 908835"/>
                  <a:gd name="connsiteX4" fmla="*/ 1094275 w 1497941"/>
                  <a:gd name="connsiteY4" fmla="*/ 16649 h 908835"/>
                  <a:gd name="connsiteX5" fmla="*/ 1494325 w 1497941"/>
                  <a:gd name="connsiteY5" fmla="*/ 192068 h 908835"/>
                  <a:gd name="connsiteX6" fmla="*/ 1272869 w 1497941"/>
                  <a:gd name="connsiteY6" fmla="*/ 661174 h 908835"/>
                  <a:gd name="connsiteX7" fmla="*/ 931557 w 1497941"/>
                  <a:gd name="connsiteY7" fmla="*/ 761187 h 908835"/>
                  <a:gd name="connsiteX8" fmla="*/ 656125 w 1497941"/>
                  <a:gd name="connsiteY8" fmla="*/ 908824 h 908835"/>
                  <a:gd name="connsiteX9" fmla="*/ 356089 w 1497941"/>
                  <a:gd name="connsiteY9" fmla="*/ 769124 h 908835"/>
                  <a:gd name="connsiteX10" fmla="*/ 34619 w 1497941"/>
                  <a:gd name="connsiteY10" fmla="*/ 765156 h 908835"/>
                  <a:gd name="connsiteX0" fmla="*/ 36824 w 1471571"/>
                  <a:gd name="connsiteY0" fmla="*/ 822306 h 908835"/>
                  <a:gd name="connsiteX1" fmla="*/ 244787 w 1471571"/>
                  <a:gd name="connsiteY1" fmla="*/ 679431 h 908835"/>
                  <a:gd name="connsiteX2" fmla="*/ 605943 w 1471571"/>
                  <a:gd name="connsiteY2" fmla="*/ 466706 h 908835"/>
                  <a:gd name="connsiteX3" fmla="*/ 769455 w 1471571"/>
                  <a:gd name="connsiteY3" fmla="*/ 99199 h 908835"/>
                  <a:gd name="connsiteX4" fmla="*/ 1067905 w 1471571"/>
                  <a:gd name="connsiteY4" fmla="*/ 16649 h 908835"/>
                  <a:gd name="connsiteX5" fmla="*/ 1467955 w 1471571"/>
                  <a:gd name="connsiteY5" fmla="*/ 192068 h 908835"/>
                  <a:gd name="connsiteX6" fmla="*/ 1246499 w 1471571"/>
                  <a:gd name="connsiteY6" fmla="*/ 661174 h 908835"/>
                  <a:gd name="connsiteX7" fmla="*/ 905187 w 1471571"/>
                  <a:gd name="connsiteY7" fmla="*/ 761187 h 908835"/>
                  <a:gd name="connsiteX8" fmla="*/ 629755 w 1471571"/>
                  <a:gd name="connsiteY8" fmla="*/ 908824 h 908835"/>
                  <a:gd name="connsiteX9" fmla="*/ 329719 w 1471571"/>
                  <a:gd name="connsiteY9" fmla="*/ 769124 h 908835"/>
                  <a:gd name="connsiteX10" fmla="*/ 36824 w 1471571"/>
                  <a:gd name="connsiteY10" fmla="*/ 822306 h 908835"/>
                  <a:gd name="connsiteX0" fmla="*/ 15671 w 1450418"/>
                  <a:gd name="connsiteY0" fmla="*/ 822306 h 908835"/>
                  <a:gd name="connsiteX1" fmla="*/ 223634 w 1450418"/>
                  <a:gd name="connsiteY1" fmla="*/ 679431 h 908835"/>
                  <a:gd name="connsiteX2" fmla="*/ 584790 w 1450418"/>
                  <a:gd name="connsiteY2" fmla="*/ 466706 h 908835"/>
                  <a:gd name="connsiteX3" fmla="*/ 748302 w 1450418"/>
                  <a:gd name="connsiteY3" fmla="*/ 99199 h 908835"/>
                  <a:gd name="connsiteX4" fmla="*/ 1046752 w 1450418"/>
                  <a:gd name="connsiteY4" fmla="*/ 16649 h 908835"/>
                  <a:gd name="connsiteX5" fmla="*/ 1446802 w 1450418"/>
                  <a:gd name="connsiteY5" fmla="*/ 192068 h 908835"/>
                  <a:gd name="connsiteX6" fmla="*/ 1225346 w 1450418"/>
                  <a:gd name="connsiteY6" fmla="*/ 661174 h 908835"/>
                  <a:gd name="connsiteX7" fmla="*/ 884034 w 1450418"/>
                  <a:gd name="connsiteY7" fmla="*/ 761187 h 908835"/>
                  <a:gd name="connsiteX8" fmla="*/ 608602 w 1450418"/>
                  <a:gd name="connsiteY8" fmla="*/ 908824 h 908835"/>
                  <a:gd name="connsiteX9" fmla="*/ 308566 w 1450418"/>
                  <a:gd name="connsiteY9" fmla="*/ 769124 h 908835"/>
                  <a:gd name="connsiteX10" fmla="*/ 15671 w 1450418"/>
                  <a:gd name="connsiteY10" fmla="*/ 822306 h 908835"/>
                  <a:gd name="connsiteX0" fmla="*/ 3708 w 1438455"/>
                  <a:gd name="connsiteY0" fmla="*/ 822306 h 912413"/>
                  <a:gd name="connsiteX1" fmla="*/ 211671 w 1438455"/>
                  <a:gd name="connsiteY1" fmla="*/ 679431 h 912413"/>
                  <a:gd name="connsiteX2" fmla="*/ 572827 w 1438455"/>
                  <a:gd name="connsiteY2" fmla="*/ 466706 h 912413"/>
                  <a:gd name="connsiteX3" fmla="*/ 736339 w 1438455"/>
                  <a:gd name="connsiteY3" fmla="*/ 99199 h 912413"/>
                  <a:gd name="connsiteX4" fmla="*/ 1034789 w 1438455"/>
                  <a:gd name="connsiteY4" fmla="*/ 16649 h 912413"/>
                  <a:gd name="connsiteX5" fmla="*/ 1434839 w 1438455"/>
                  <a:gd name="connsiteY5" fmla="*/ 192068 h 912413"/>
                  <a:gd name="connsiteX6" fmla="*/ 1213383 w 1438455"/>
                  <a:gd name="connsiteY6" fmla="*/ 661174 h 912413"/>
                  <a:gd name="connsiteX7" fmla="*/ 872071 w 1438455"/>
                  <a:gd name="connsiteY7" fmla="*/ 761187 h 912413"/>
                  <a:gd name="connsiteX8" fmla="*/ 596639 w 1438455"/>
                  <a:gd name="connsiteY8" fmla="*/ 908824 h 912413"/>
                  <a:gd name="connsiteX9" fmla="*/ 382328 w 1438455"/>
                  <a:gd name="connsiteY9" fmla="*/ 854849 h 912413"/>
                  <a:gd name="connsiteX10" fmla="*/ 3708 w 1438455"/>
                  <a:gd name="connsiteY10" fmla="*/ 822306 h 912413"/>
                  <a:gd name="connsiteX0" fmla="*/ 3708 w 1438455"/>
                  <a:gd name="connsiteY0" fmla="*/ 822306 h 927456"/>
                  <a:gd name="connsiteX1" fmla="*/ 211671 w 1438455"/>
                  <a:gd name="connsiteY1" fmla="*/ 679431 h 927456"/>
                  <a:gd name="connsiteX2" fmla="*/ 572827 w 1438455"/>
                  <a:gd name="connsiteY2" fmla="*/ 466706 h 927456"/>
                  <a:gd name="connsiteX3" fmla="*/ 736339 w 1438455"/>
                  <a:gd name="connsiteY3" fmla="*/ 99199 h 927456"/>
                  <a:gd name="connsiteX4" fmla="*/ 1034789 w 1438455"/>
                  <a:gd name="connsiteY4" fmla="*/ 16649 h 927456"/>
                  <a:gd name="connsiteX5" fmla="*/ 1434839 w 1438455"/>
                  <a:gd name="connsiteY5" fmla="*/ 192068 h 927456"/>
                  <a:gd name="connsiteX6" fmla="*/ 1213383 w 1438455"/>
                  <a:gd name="connsiteY6" fmla="*/ 661174 h 927456"/>
                  <a:gd name="connsiteX7" fmla="*/ 872071 w 1438455"/>
                  <a:gd name="connsiteY7" fmla="*/ 761187 h 927456"/>
                  <a:gd name="connsiteX8" fmla="*/ 710939 w 1438455"/>
                  <a:gd name="connsiteY8" fmla="*/ 924699 h 927456"/>
                  <a:gd name="connsiteX9" fmla="*/ 382328 w 1438455"/>
                  <a:gd name="connsiteY9" fmla="*/ 854849 h 927456"/>
                  <a:gd name="connsiteX10" fmla="*/ 3708 w 1438455"/>
                  <a:gd name="connsiteY10" fmla="*/ 822306 h 927456"/>
                  <a:gd name="connsiteX0" fmla="*/ 18701 w 1453448"/>
                  <a:gd name="connsiteY0" fmla="*/ 822306 h 927456"/>
                  <a:gd name="connsiteX1" fmla="*/ 226664 w 1453448"/>
                  <a:gd name="connsiteY1" fmla="*/ 679431 h 927456"/>
                  <a:gd name="connsiteX2" fmla="*/ 587820 w 1453448"/>
                  <a:gd name="connsiteY2" fmla="*/ 466706 h 927456"/>
                  <a:gd name="connsiteX3" fmla="*/ 751332 w 1453448"/>
                  <a:gd name="connsiteY3" fmla="*/ 99199 h 927456"/>
                  <a:gd name="connsiteX4" fmla="*/ 1049782 w 1453448"/>
                  <a:gd name="connsiteY4" fmla="*/ 16649 h 927456"/>
                  <a:gd name="connsiteX5" fmla="*/ 1449832 w 1453448"/>
                  <a:gd name="connsiteY5" fmla="*/ 192068 h 927456"/>
                  <a:gd name="connsiteX6" fmla="*/ 1228376 w 1453448"/>
                  <a:gd name="connsiteY6" fmla="*/ 661174 h 927456"/>
                  <a:gd name="connsiteX7" fmla="*/ 887064 w 1453448"/>
                  <a:gd name="connsiteY7" fmla="*/ 761187 h 927456"/>
                  <a:gd name="connsiteX8" fmla="*/ 725932 w 1453448"/>
                  <a:gd name="connsiteY8" fmla="*/ 924699 h 927456"/>
                  <a:gd name="connsiteX9" fmla="*/ 397321 w 1453448"/>
                  <a:gd name="connsiteY9" fmla="*/ 854849 h 927456"/>
                  <a:gd name="connsiteX10" fmla="*/ 18701 w 1453448"/>
                  <a:gd name="connsiteY10" fmla="*/ 822306 h 927456"/>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63717 h 968867"/>
                  <a:gd name="connsiteX1" fmla="*/ 226664 w 1453448"/>
                  <a:gd name="connsiteY1" fmla="*/ 720842 h 968867"/>
                  <a:gd name="connsiteX2" fmla="*/ 587820 w 1453448"/>
                  <a:gd name="connsiteY2" fmla="*/ 508117 h 968867"/>
                  <a:gd name="connsiteX3" fmla="*/ 744982 w 1453448"/>
                  <a:gd name="connsiteY3" fmla="*/ 70760 h 968867"/>
                  <a:gd name="connsiteX4" fmla="*/ 1049782 w 1453448"/>
                  <a:gd name="connsiteY4" fmla="*/ 58060 h 968867"/>
                  <a:gd name="connsiteX5" fmla="*/ 1449832 w 1453448"/>
                  <a:gd name="connsiteY5" fmla="*/ 233479 h 968867"/>
                  <a:gd name="connsiteX6" fmla="*/ 1228376 w 1453448"/>
                  <a:gd name="connsiteY6" fmla="*/ 702585 h 968867"/>
                  <a:gd name="connsiteX7" fmla="*/ 887064 w 1453448"/>
                  <a:gd name="connsiteY7" fmla="*/ 802598 h 968867"/>
                  <a:gd name="connsiteX8" fmla="*/ 725932 w 1453448"/>
                  <a:gd name="connsiteY8" fmla="*/ 966110 h 968867"/>
                  <a:gd name="connsiteX9" fmla="*/ 397321 w 1453448"/>
                  <a:gd name="connsiteY9" fmla="*/ 896260 h 968867"/>
                  <a:gd name="connsiteX10" fmla="*/ 18701 w 1453448"/>
                  <a:gd name="connsiteY10" fmla="*/ 863717 h 968867"/>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8701 w 1453448"/>
                  <a:gd name="connsiteY0" fmla="*/ 828092 h 933242"/>
                  <a:gd name="connsiteX1" fmla="*/ 226664 w 1453448"/>
                  <a:gd name="connsiteY1" fmla="*/ 685217 h 933242"/>
                  <a:gd name="connsiteX2" fmla="*/ 587820 w 1453448"/>
                  <a:gd name="connsiteY2" fmla="*/ 472492 h 933242"/>
                  <a:gd name="connsiteX3" fmla="*/ 744982 w 1453448"/>
                  <a:gd name="connsiteY3" fmla="*/ 35135 h 933242"/>
                  <a:gd name="connsiteX4" fmla="*/ 1049782 w 1453448"/>
                  <a:gd name="connsiteY4" fmla="*/ 22435 h 933242"/>
                  <a:gd name="connsiteX5" fmla="*/ 1449832 w 1453448"/>
                  <a:gd name="connsiteY5" fmla="*/ 197854 h 933242"/>
                  <a:gd name="connsiteX6" fmla="*/ 1228376 w 1453448"/>
                  <a:gd name="connsiteY6" fmla="*/ 666960 h 933242"/>
                  <a:gd name="connsiteX7" fmla="*/ 887064 w 1453448"/>
                  <a:gd name="connsiteY7" fmla="*/ 766973 h 933242"/>
                  <a:gd name="connsiteX8" fmla="*/ 725932 w 1453448"/>
                  <a:gd name="connsiteY8" fmla="*/ 930485 h 933242"/>
                  <a:gd name="connsiteX9" fmla="*/ 397321 w 1453448"/>
                  <a:gd name="connsiteY9" fmla="*/ 860635 h 933242"/>
                  <a:gd name="connsiteX10" fmla="*/ 18701 w 1453448"/>
                  <a:gd name="connsiteY10" fmla="*/ 828092 h 933242"/>
                  <a:gd name="connsiteX0" fmla="*/ 16044 w 1501591"/>
                  <a:gd name="connsiteY0" fmla="*/ 783642 h 933242"/>
                  <a:gd name="connsiteX1" fmla="*/ 274807 w 1501591"/>
                  <a:gd name="connsiteY1" fmla="*/ 685217 h 933242"/>
                  <a:gd name="connsiteX2" fmla="*/ 635963 w 1501591"/>
                  <a:gd name="connsiteY2" fmla="*/ 472492 h 933242"/>
                  <a:gd name="connsiteX3" fmla="*/ 793125 w 1501591"/>
                  <a:gd name="connsiteY3" fmla="*/ 35135 h 933242"/>
                  <a:gd name="connsiteX4" fmla="*/ 1097925 w 1501591"/>
                  <a:gd name="connsiteY4" fmla="*/ 22435 h 933242"/>
                  <a:gd name="connsiteX5" fmla="*/ 1497975 w 1501591"/>
                  <a:gd name="connsiteY5" fmla="*/ 197854 h 933242"/>
                  <a:gd name="connsiteX6" fmla="*/ 1276519 w 1501591"/>
                  <a:gd name="connsiteY6" fmla="*/ 666960 h 933242"/>
                  <a:gd name="connsiteX7" fmla="*/ 935207 w 1501591"/>
                  <a:gd name="connsiteY7" fmla="*/ 766973 h 933242"/>
                  <a:gd name="connsiteX8" fmla="*/ 774075 w 1501591"/>
                  <a:gd name="connsiteY8" fmla="*/ 930485 h 933242"/>
                  <a:gd name="connsiteX9" fmla="*/ 445464 w 1501591"/>
                  <a:gd name="connsiteY9" fmla="*/ 860635 h 933242"/>
                  <a:gd name="connsiteX10" fmla="*/ 16044 w 1501591"/>
                  <a:gd name="connsiteY10" fmla="*/ 783642 h 933242"/>
                  <a:gd name="connsiteX0" fmla="*/ 0 w 1485547"/>
                  <a:gd name="connsiteY0" fmla="*/ 783642 h 933242"/>
                  <a:gd name="connsiteX1" fmla="*/ 258763 w 1485547"/>
                  <a:gd name="connsiteY1" fmla="*/ 685217 h 933242"/>
                  <a:gd name="connsiteX2" fmla="*/ 619919 w 1485547"/>
                  <a:gd name="connsiteY2" fmla="*/ 472492 h 933242"/>
                  <a:gd name="connsiteX3" fmla="*/ 777081 w 1485547"/>
                  <a:gd name="connsiteY3" fmla="*/ 35135 h 933242"/>
                  <a:gd name="connsiteX4" fmla="*/ 1081881 w 1485547"/>
                  <a:gd name="connsiteY4" fmla="*/ 22435 h 933242"/>
                  <a:gd name="connsiteX5" fmla="*/ 1481931 w 1485547"/>
                  <a:gd name="connsiteY5" fmla="*/ 197854 h 933242"/>
                  <a:gd name="connsiteX6" fmla="*/ 1260475 w 1485547"/>
                  <a:gd name="connsiteY6" fmla="*/ 666960 h 933242"/>
                  <a:gd name="connsiteX7" fmla="*/ 919163 w 1485547"/>
                  <a:gd name="connsiteY7" fmla="*/ 766973 h 933242"/>
                  <a:gd name="connsiteX8" fmla="*/ 758031 w 1485547"/>
                  <a:gd name="connsiteY8" fmla="*/ 930485 h 933242"/>
                  <a:gd name="connsiteX9" fmla="*/ 429420 w 1485547"/>
                  <a:gd name="connsiteY9" fmla="*/ 860635 h 933242"/>
                  <a:gd name="connsiteX10" fmla="*/ 0 w 1485547"/>
                  <a:gd name="connsiteY10" fmla="*/ 783642 h 933242"/>
                  <a:gd name="connsiteX0" fmla="*/ 0 w 1485547"/>
                  <a:gd name="connsiteY0" fmla="*/ 783642 h 860635"/>
                  <a:gd name="connsiteX1" fmla="*/ 258763 w 1485547"/>
                  <a:gd name="connsiteY1" fmla="*/ 685217 h 860635"/>
                  <a:gd name="connsiteX2" fmla="*/ 619919 w 1485547"/>
                  <a:gd name="connsiteY2" fmla="*/ 472492 h 860635"/>
                  <a:gd name="connsiteX3" fmla="*/ 777081 w 1485547"/>
                  <a:gd name="connsiteY3" fmla="*/ 35135 h 860635"/>
                  <a:gd name="connsiteX4" fmla="*/ 1081881 w 1485547"/>
                  <a:gd name="connsiteY4" fmla="*/ 22435 h 860635"/>
                  <a:gd name="connsiteX5" fmla="*/ 1481931 w 1485547"/>
                  <a:gd name="connsiteY5" fmla="*/ 197854 h 860635"/>
                  <a:gd name="connsiteX6" fmla="*/ 1260475 w 1485547"/>
                  <a:gd name="connsiteY6" fmla="*/ 666960 h 860635"/>
                  <a:gd name="connsiteX7" fmla="*/ 919163 w 1485547"/>
                  <a:gd name="connsiteY7" fmla="*/ 766973 h 860635"/>
                  <a:gd name="connsiteX8" fmla="*/ 429420 w 1485547"/>
                  <a:gd name="connsiteY8" fmla="*/ 860635 h 860635"/>
                  <a:gd name="connsiteX9" fmla="*/ 0 w 1485547"/>
                  <a:gd name="connsiteY9" fmla="*/ 783642 h 860635"/>
                  <a:gd name="connsiteX0" fmla="*/ 176994 w 1233121"/>
                  <a:gd name="connsiteY0" fmla="*/ 860635 h 860635"/>
                  <a:gd name="connsiteX1" fmla="*/ 6337 w 1233121"/>
                  <a:gd name="connsiteY1" fmla="*/ 685217 h 860635"/>
                  <a:gd name="connsiteX2" fmla="*/ 367493 w 1233121"/>
                  <a:gd name="connsiteY2" fmla="*/ 472492 h 860635"/>
                  <a:gd name="connsiteX3" fmla="*/ 524655 w 1233121"/>
                  <a:gd name="connsiteY3" fmla="*/ 35135 h 860635"/>
                  <a:gd name="connsiteX4" fmla="*/ 829455 w 1233121"/>
                  <a:gd name="connsiteY4" fmla="*/ 22435 h 860635"/>
                  <a:gd name="connsiteX5" fmla="*/ 1229505 w 1233121"/>
                  <a:gd name="connsiteY5" fmla="*/ 197854 h 860635"/>
                  <a:gd name="connsiteX6" fmla="*/ 1008049 w 1233121"/>
                  <a:gd name="connsiteY6" fmla="*/ 666960 h 860635"/>
                  <a:gd name="connsiteX7" fmla="*/ 666737 w 1233121"/>
                  <a:gd name="connsiteY7" fmla="*/ 766973 h 860635"/>
                  <a:gd name="connsiteX8" fmla="*/ 176994 w 1233121"/>
                  <a:gd name="connsiteY8" fmla="*/ 860635 h 860635"/>
                  <a:gd name="connsiteX0" fmla="*/ 8538 w 1064665"/>
                  <a:gd name="connsiteY0" fmla="*/ 860635 h 860635"/>
                  <a:gd name="connsiteX1" fmla="*/ 199037 w 1064665"/>
                  <a:gd name="connsiteY1" fmla="*/ 472492 h 860635"/>
                  <a:gd name="connsiteX2" fmla="*/ 356199 w 1064665"/>
                  <a:gd name="connsiteY2" fmla="*/ 35135 h 860635"/>
                  <a:gd name="connsiteX3" fmla="*/ 660999 w 1064665"/>
                  <a:gd name="connsiteY3" fmla="*/ 22435 h 860635"/>
                  <a:gd name="connsiteX4" fmla="*/ 1061049 w 1064665"/>
                  <a:gd name="connsiteY4" fmla="*/ 197854 h 860635"/>
                  <a:gd name="connsiteX5" fmla="*/ 839593 w 1064665"/>
                  <a:gd name="connsiteY5" fmla="*/ 666960 h 860635"/>
                  <a:gd name="connsiteX6" fmla="*/ 498281 w 1064665"/>
                  <a:gd name="connsiteY6" fmla="*/ 766973 h 860635"/>
                  <a:gd name="connsiteX7" fmla="*/ 8538 w 1064665"/>
                  <a:gd name="connsiteY7" fmla="*/ 860635 h 860635"/>
                  <a:gd name="connsiteX0" fmla="*/ 15491 w 952556"/>
                  <a:gd name="connsiteY0" fmla="*/ 565360 h 773216"/>
                  <a:gd name="connsiteX1" fmla="*/ 86928 w 952556"/>
                  <a:gd name="connsiteY1" fmla="*/ 472492 h 773216"/>
                  <a:gd name="connsiteX2" fmla="*/ 244090 w 952556"/>
                  <a:gd name="connsiteY2" fmla="*/ 35135 h 773216"/>
                  <a:gd name="connsiteX3" fmla="*/ 548890 w 952556"/>
                  <a:gd name="connsiteY3" fmla="*/ 22435 h 773216"/>
                  <a:gd name="connsiteX4" fmla="*/ 948940 w 952556"/>
                  <a:gd name="connsiteY4" fmla="*/ 197854 h 773216"/>
                  <a:gd name="connsiteX5" fmla="*/ 727484 w 952556"/>
                  <a:gd name="connsiteY5" fmla="*/ 666960 h 773216"/>
                  <a:gd name="connsiteX6" fmla="*/ 386172 w 952556"/>
                  <a:gd name="connsiteY6" fmla="*/ 766973 h 773216"/>
                  <a:gd name="connsiteX7" fmla="*/ 15491 w 952556"/>
                  <a:gd name="connsiteY7" fmla="*/ 565360 h 773216"/>
                  <a:gd name="connsiteX0" fmla="*/ 2320 w 939385"/>
                  <a:gd name="connsiteY0" fmla="*/ 581752 h 789608"/>
                  <a:gd name="connsiteX1" fmla="*/ 230919 w 939385"/>
                  <a:gd name="connsiteY1" fmla="*/ 51527 h 789608"/>
                  <a:gd name="connsiteX2" fmla="*/ 535719 w 939385"/>
                  <a:gd name="connsiteY2" fmla="*/ 38827 h 789608"/>
                  <a:gd name="connsiteX3" fmla="*/ 935769 w 939385"/>
                  <a:gd name="connsiteY3" fmla="*/ 214246 h 789608"/>
                  <a:gd name="connsiteX4" fmla="*/ 714313 w 939385"/>
                  <a:gd name="connsiteY4" fmla="*/ 683352 h 789608"/>
                  <a:gd name="connsiteX5" fmla="*/ 373001 w 939385"/>
                  <a:gd name="connsiteY5" fmla="*/ 783365 h 789608"/>
                  <a:gd name="connsiteX6" fmla="*/ 2320 w 93938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81752 h 789608"/>
                  <a:gd name="connsiteX1" fmla="*/ 228599 w 937065"/>
                  <a:gd name="connsiteY1" fmla="*/ 51527 h 789608"/>
                  <a:gd name="connsiteX2" fmla="*/ 533399 w 937065"/>
                  <a:gd name="connsiteY2" fmla="*/ 38827 h 789608"/>
                  <a:gd name="connsiteX3" fmla="*/ 933449 w 937065"/>
                  <a:gd name="connsiteY3" fmla="*/ 214246 h 789608"/>
                  <a:gd name="connsiteX4" fmla="*/ 711993 w 937065"/>
                  <a:gd name="connsiteY4" fmla="*/ 683352 h 789608"/>
                  <a:gd name="connsiteX5" fmla="*/ 370681 w 937065"/>
                  <a:gd name="connsiteY5" fmla="*/ 783365 h 789608"/>
                  <a:gd name="connsiteX6" fmla="*/ 0 w 937065"/>
                  <a:gd name="connsiteY6" fmla="*/ 581752 h 78960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90918"/>
                  <a:gd name="connsiteX1" fmla="*/ 228599 w 937065"/>
                  <a:gd name="connsiteY1" fmla="*/ 51527 h 790918"/>
                  <a:gd name="connsiteX2" fmla="*/ 533399 w 937065"/>
                  <a:gd name="connsiteY2" fmla="*/ 38827 h 790918"/>
                  <a:gd name="connsiteX3" fmla="*/ 933449 w 937065"/>
                  <a:gd name="connsiteY3" fmla="*/ 214246 h 790918"/>
                  <a:gd name="connsiteX4" fmla="*/ 711993 w 937065"/>
                  <a:gd name="connsiteY4" fmla="*/ 683352 h 790918"/>
                  <a:gd name="connsiteX5" fmla="*/ 370681 w 937065"/>
                  <a:gd name="connsiteY5" fmla="*/ 783365 h 790918"/>
                  <a:gd name="connsiteX6" fmla="*/ 0 w 937065"/>
                  <a:gd name="connsiteY6" fmla="*/ 562702 h 790918"/>
                  <a:gd name="connsiteX0" fmla="*/ 0 w 937065"/>
                  <a:gd name="connsiteY0" fmla="*/ 562702 h 765321"/>
                  <a:gd name="connsiteX1" fmla="*/ 228599 w 937065"/>
                  <a:gd name="connsiteY1" fmla="*/ 51527 h 765321"/>
                  <a:gd name="connsiteX2" fmla="*/ 533399 w 937065"/>
                  <a:gd name="connsiteY2" fmla="*/ 38827 h 765321"/>
                  <a:gd name="connsiteX3" fmla="*/ 933449 w 937065"/>
                  <a:gd name="connsiteY3" fmla="*/ 214246 h 765321"/>
                  <a:gd name="connsiteX4" fmla="*/ 711993 w 937065"/>
                  <a:gd name="connsiteY4" fmla="*/ 683352 h 765321"/>
                  <a:gd name="connsiteX5" fmla="*/ 418306 w 937065"/>
                  <a:gd name="connsiteY5" fmla="*/ 750028 h 765321"/>
                  <a:gd name="connsiteX6" fmla="*/ 0 w 937065"/>
                  <a:gd name="connsiteY6" fmla="*/ 562702 h 765321"/>
                  <a:gd name="connsiteX0" fmla="*/ 0 w 1168410"/>
                  <a:gd name="connsiteY0" fmla="*/ 607572 h 810191"/>
                  <a:gd name="connsiteX1" fmla="*/ 228599 w 1168410"/>
                  <a:gd name="connsiteY1" fmla="*/ 96397 h 810191"/>
                  <a:gd name="connsiteX2" fmla="*/ 533399 w 1168410"/>
                  <a:gd name="connsiteY2" fmla="*/ 83697 h 810191"/>
                  <a:gd name="connsiteX3" fmla="*/ 1166811 w 1168410"/>
                  <a:gd name="connsiteY3" fmla="*/ 40041 h 810191"/>
                  <a:gd name="connsiteX4" fmla="*/ 711993 w 1168410"/>
                  <a:gd name="connsiteY4" fmla="*/ 728222 h 810191"/>
                  <a:gd name="connsiteX5" fmla="*/ 418306 w 1168410"/>
                  <a:gd name="connsiteY5" fmla="*/ 794898 h 810191"/>
                  <a:gd name="connsiteX6" fmla="*/ 0 w 1168410"/>
                  <a:gd name="connsiteY6" fmla="*/ 607572 h 810191"/>
                  <a:gd name="connsiteX0" fmla="*/ 0 w 1167051"/>
                  <a:gd name="connsiteY0" fmla="*/ 686073 h 888692"/>
                  <a:gd name="connsiteX1" fmla="*/ 228599 w 1167051"/>
                  <a:gd name="connsiteY1" fmla="*/ 174898 h 888692"/>
                  <a:gd name="connsiteX2" fmla="*/ 766762 w 1167051"/>
                  <a:gd name="connsiteY2" fmla="*/ 5035 h 888692"/>
                  <a:gd name="connsiteX3" fmla="*/ 1166811 w 1167051"/>
                  <a:gd name="connsiteY3" fmla="*/ 118542 h 888692"/>
                  <a:gd name="connsiteX4" fmla="*/ 711993 w 1167051"/>
                  <a:gd name="connsiteY4" fmla="*/ 806723 h 888692"/>
                  <a:gd name="connsiteX5" fmla="*/ 418306 w 1167051"/>
                  <a:gd name="connsiteY5" fmla="*/ 873399 h 888692"/>
                  <a:gd name="connsiteX6" fmla="*/ 0 w 1167051"/>
                  <a:gd name="connsiteY6" fmla="*/ 686073 h 888692"/>
                  <a:gd name="connsiteX0" fmla="*/ 0 w 1167055"/>
                  <a:gd name="connsiteY0" fmla="*/ 709022 h 911641"/>
                  <a:gd name="connsiteX1" fmla="*/ 228599 w 1167055"/>
                  <a:gd name="connsiteY1" fmla="*/ 197847 h 911641"/>
                  <a:gd name="connsiteX2" fmla="*/ 766762 w 1167055"/>
                  <a:gd name="connsiteY2" fmla="*/ 27984 h 911641"/>
                  <a:gd name="connsiteX3" fmla="*/ 1166811 w 1167055"/>
                  <a:gd name="connsiteY3" fmla="*/ 141491 h 911641"/>
                  <a:gd name="connsiteX4" fmla="*/ 711993 w 1167055"/>
                  <a:gd name="connsiteY4" fmla="*/ 829672 h 911641"/>
                  <a:gd name="connsiteX5" fmla="*/ 418306 w 1167055"/>
                  <a:gd name="connsiteY5" fmla="*/ 896348 h 911641"/>
                  <a:gd name="connsiteX6" fmla="*/ 0 w 1167055"/>
                  <a:gd name="connsiteY6" fmla="*/ 709022 h 911641"/>
                  <a:gd name="connsiteX0" fmla="*/ 0 w 1169113"/>
                  <a:gd name="connsiteY0" fmla="*/ 703811 h 891975"/>
                  <a:gd name="connsiteX1" fmla="*/ 228599 w 1169113"/>
                  <a:gd name="connsiteY1" fmla="*/ 192636 h 891975"/>
                  <a:gd name="connsiteX2" fmla="*/ 766762 w 1169113"/>
                  <a:gd name="connsiteY2" fmla="*/ 22773 h 891975"/>
                  <a:gd name="connsiteX3" fmla="*/ 1166811 w 1169113"/>
                  <a:gd name="connsiteY3" fmla="*/ 136280 h 891975"/>
                  <a:gd name="connsiteX4" fmla="*/ 916781 w 1169113"/>
                  <a:gd name="connsiteY4" fmla="*/ 638723 h 891975"/>
                  <a:gd name="connsiteX5" fmla="*/ 418306 w 1169113"/>
                  <a:gd name="connsiteY5" fmla="*/ 891137 h 891975"/>
                  <a:gd name="connsiteX6" fmla="*/ 0 w 1169113"/>
                  <a:gd name="connsiteY6" fmla="*/ 703811 h 891975"/>
                  <a:gd name="connsiteX0" fmla="*/ 0 w 1169113"/>
                  <a:gd name="connsiteY0" fmla="*/ 703811 h 863702"/>
                  <a:gd name="connsiteX1" fmla="*/ 228599 w 1169113"/>
                  <a:gd name="connsiteY1" fmla="*/ 192636 h 863702"/>
                  <a:gd name="connsiteX2" fmla="*/ 766762 w 1169113"/>
                  <a:gd name="connsiteY2" fmla="*/ 22773 h 863702"/>
                  <a:gd name="connsiteX3" fmla="*/ 1166811 w 1169113"/>
                  <a:gd name="connsiteY3" fmla="*/ 136280 h 863702"/>
                  <a:gd name="connsiteX4" fmla="*/ 916781 w 1169113"/>
                  <a:gd name="connsiteY4" fmla="*/ 638723 h 863702"/>
                  <a:gd name="connsiteX5" fmla="*/ 523081 w 1169113"/>
                  <a:gd name="connsiteY5" fmla="*/ 862562 h 863702"/>
                  <a:gd name="connsiteX6" fmla="*/ 0 w 1169113"/>
                  <a:gd name="connsiteY6" fmla="*/ 703811 h 863702"/>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938"/>
                  <a:gd name="connsiteY0" fmla="*/ 760961 h 869711"/>
                  <a:gd name="connsiteX1" fmla="*/ 352424 w 1292938"/>
                  <a:gd name="connsiteY1" fmla="*/ 192636 h 869711"/>
                  <a:gd name="connsiteX2" fmla="*/ 890587 w 1292938"/>
                  <a:gd name="connsiteY2" fmla="*/ 22773 h 869711"/>
                  <a:gd name="connsiteX3" fmla="*/ 1290636 w 1292938"/>
                  <a:gd name="connsiteY3" fmla="*/ 136280 h 869711"/>
                  <a:gd name="connsiteX4" fmla="*/ 1040606 w 1292938"/>
                  <a:gd name="connsiteY4" fmla="*/ 638723 h 869711"/>
                  <a:gd name="connsiteX5" fmla="*/ 646906 w 1292938"/>
                  <a:gd name="connsiteY5" fmla="*/ 862562 h 869711"/>
                  <a:gd name="connsiteX6" fmla="*/ 0 w 1292938"/>
                  <a:gd name="connsiteY6" fmla="*/ 760961 h 869711"/>
                  <a:gd name="connsiteX0" fmla="*/ 0 w 1292439"/>
                  <a:gd name="connsiteY0" fmla="*/ 662756 h 771506"/>
                  <a:gd name="connsiteX1" fmla="*/ 352424 w 1292439"/>
                  <a:gd name="connsiteY1" fmla="*/ 94431 h 771506"/>
                  <a:gd name="connsiteX2" fmla="*/ 909637 w 1292439"/>
                  <a:gd name="connsiteY2" fmla="*/ 76968 h 771506"/>
                  <a:gd name="connsiteX3" fmla="*/ 1290636 w 1292439"/>
                  <a:gd name="connsiteY3" fmla="*/ 38075 h 771506"/>
                  <a:gd name="connsiteX4" fmla="*/ 1040606 w 1292439"/>
                  <a:gd name="connsiteY4" fmla="*/ 540518 h 771506"/>
                  <a:gd name="connsiteX5" fmla="*/ 646906 w 1292439"/>
                  <a:gd name="connsiteY5" fmla="*/ 764357 h 771506"/>
                  <a:gd name="connsiteX6" fmla="*/ 0 w 1292439"/>
                  <a:gd name="connsiteY6" fmla="*/ 662756 h 771506"/>
                  <a:gd name="connsiteX0" fmla="*/ 0 w 1301882"/>
                  <a:gd name="connsiteY0" fmla="*/ 622035 h 730785"/>
                  <a:gd name="connsiteX1" fmla="*/ 352424 w 1301882"/>
                  <a:gd name="connsiteY1" fmla="*/ 53710 h 730785"/>
                  <a:gd name="connsiteX2" fmla="*/ 909637 w 1301882"/>
                  <a:gd name="connsiteY2" fmla="*/ 36247 h 730785"/>
                  <a:gd name="connsiteX3" fmla="*/ 1300161 w 1301882"/>
                  <a:gd name="connsiteY3" fmla="*/ 221192 h 730785"/>
                  <a:gd name="connsiteX4" fmla="*/ 1040606 w 1301882"/>
                  <a:gd name="connsiteY4" fmla="*/ 499797 h 730785"/>
                  <a:gd name="connsiteX5" fmla="*/ 646906 w 1301882"/>
                  <a:gd name="connsiteY5" fmla="*/ 723636 h 730785"/>
                  <a:gd name="connsiteX6" fmla="*/ 0 w 1301882"/>
                  <a:gd name="connsiteY6" fmla="*/ 622035 h 730785"/>
                  <a:gd name="connsiteX0" fmla="*/ 0 w 1301882"/>
                  <a:gd name="connsiteY0" fmla="*/ 622035 h 774887"/>
                  <a:gd name="connsiteX1" fmla="*/ 352424 w 1301882"/>
                  <a:gd name="connsiteY1" fmla="*/ 53710 h 774887"/>
                  <a:gd name="connsiteX2" fmla="*/ 909637 w 1301882"/>
                  <a:gd name="connsiteY2" fmla="*/ 36247 h 774887"/>
                  <a:gd name="connsiteX3" fmla="*/ 1300161 w 1301882"/>
                  <a:gd name="connsiteY3" fmla="*/ 221192 h 774887"/>
                  <a:gd name="connsiteX4" fmla="*/ 1040606 w 1301882"/>
                  <a:gd name="connsiteY4" fmla="*/ 499797 h 774887"/>
                  <a:gd name="connsiteX5" fmla="*/ 332581 w 1301882"/>
                  <a:gd name="connsiteY5" fmla="*/ 771261 h 774887"/>
                  <a:gd name="connsiteX6" fmla="*/ 0 w 1301882"/>
                  <a:gd name="connsiteY6" fmla="*/ 622035 h 774887"/>
                  <a:gd name="connsiteX0" fmla="*/ 0 w 1300412"/>
                  <a:gd name="connsiteY0" fmla="*/ 622035 h 773320"/>
                  <a:gd name="connsiteX1" fmla="*/ 352424 w 1300412"/>
                  <a:gd name="connsiteY1" fmla="*/ 53710 h 773320"/>
                  <a:gd name="connsiteX2" fmla="*/ 909637 w 1300412"/>
                  <a:gd name="connsiteY2" fmla="*/ 36247 h 773320"/>
                  <a:gd name="connsiteX3" fmla="*/ 1300161 w 1300412"/>
                  <a:gd name="connsiteY3" fmla="*/ 221192 h 773320"/>
                  <a:gd name="connsiteX4" fmla="*/ 854869 w 1300412"/>
                  <a:gd name="connsiteY4" fmla="*/ 666485 h 773320"/>
                  <a:gd name="connsiteX5" fmla="*/ 332581 w 1300412"/>
                  <a:gd name="connsiteY5" fmla="*/ 771261 h 773320"/>
                  <a:gd name="connsiteX6" fmla="*/ 0 w 1300412"/>
                  <a:gd name="connsiteY6" fmla="*/ 622035 h 77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0412" h="773320">
                    <a:moveTo>
                      <a:pt x="0" y="622035"/>
                    </a:moveTo>
                    <a:cubicBezTo>
                      <a:pt x="219208" y="390524"/>
                      <a:pt x="363537" y="148960"/>
                      <a:pt x="352424" y="53710"/>
                    </a:cubicBezTo>
                    <a:cubicBezTo>
                      <a:pt x="441324" y="-36777"/>
                      <a:pt x="751681" y="8333"/>
                      <a:pt x="909637" y="36247"/>
                    </a:cubicBezTo>
                    <a:cubicBezTo>
                      <a:pt x="1067593" y="64161"/>
                      <a:pt x="1309289" y="116152"/>
                      <a:pt x="1300161" y="221192"/>
                    </a:cubicBezTo>
                    <a:cubicBezTo>
                      <a:pt x="1291033" y="326232"/>
                      <a:pt x="944959" y="562107"/>
                      <a:pt x="854869" y="666485"/>
                    </a:cubicBezTo>
                    <a:cubicBezTo>
                      <a:pt x="764779" y="770863"/>
                      <a:pt x="475059" y="778669"/>
                      <a:pt x="332581" y="771261"/>
                    </a:cubicBezTo>
                    <a:cubicBezTo>
                      <a:pt x="190103" y="763853"/>
                      <a:pt x="110332" y="724032"/>
                      <a:pt x="0" y="622035"/>
                    </a:cubicBezTo>
                    <a:close/>
                  </a:path>
                </a:pathLst>
              </a:cu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orme libre : forme 52">
                <a:extLst>
                  <a:ext uri="{FF2B5EF4-FFF2-40B4-BE49-F238E27FC236}">
                    <a16:creationId xmlns:a16="http://schemas.microsoft.com/office/drawing/2014/main" id="{2F244B58-31CA-4A6B-9FE2-BE6C5ED004DE}"/>
                  </a:ext>
                </a:extLst>
              </p:cNvPr>
              <p:cNvSpPr/>
              <p:nvPr/>
            </p:nvSpPr>
            <p:spPr>
              <a:xfrm>
                <a:off x="5002369" y="7969696"/>
                <a:ext cx="237024" cy="762000"/>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024" h="762000">
                    <a:moveTo>
                      <a:pt x="31750" y="0"/>
                    </a:moveTo>
                    <a:cubicBezTo>
                      <a:pt x="93133" y="107950"/>
                      <a:pt x="303742" y="231775"/>
                      <a:pt x="215900" y="323850"/>
                    </a:cubicBezTo>
                    <a:cubicBezTo>
                      <a:pt x="128058" y="415925"/>
                      <a:pt x="23283" y="517525"/>
                      <a:pt x="0" y="590550"/>
                    </a:cubicBezTo>
                    <a:cubicBezTo>
                      <a:pt x="0" y="639233"/>
                      <a:pt x="62442" y="733425"/>
                      <a:pt x="76200" y="762000"/>
                    </a:cubicBezTo>
                    <a:lnTo>
                      <a:pt x="82550" y="762000"/>
                    </a:lnTo>
                  </a:path>
                </a:pathLst>
              </a:custGeom>
              <a:no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orme libre : forme 54">
                <a:extLst>
                  <a:ext uri="{FF2B5EF4-FFF2-40B4-BE49-F238E27FC236}">
                    <a16:creationId xmlns:a16="http://schemas.microsoft.com/office/drawing/2014/main" id="{71CD0723-2898-426F-94D0-4A3D8F6A32BA}"/>
                  </a:ext>
                </a:extLst>
              </p:cNvPr>
              <p:cNvSpPr/>
              <p:nvPr/>
            </p:nvSpPr>
            <p:spPr>
              <a:xfrm>
                <a:off x="6158457" y="8203758"/>
                <a:ext cx="171612" cy="434340"/>
              </a:xfrm>
              <a:custGeom>
                <a:avLst/>
                <a:gdLst>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76200 w 215900"/>
                  <a:gd name="connsiteY3" fmla="*/ 469900 h 762000"/>
                  <a:gd name="connsiteX4" fmla="*/ 0 w 215900"/>
                  <a:gd name="connsiteY4" fmla="*/ 590550 h 762000"/>
                  <a:gd name="connsiteX5" fmla="*/ 76200 w 215900"/>
                  <a:gd name="connsiteY5" fmla="*/ 762000 h 762000"/>
                  <a:gd name="connsiteX6" fmla="*/ 82550 w 215900"/>
                  <a:gd name="connsiteY6" fmla="*/ 762000 h 762000"/>
                  <a:gd name="connsiteX0" fmla="*/ 31750 w 215900"/>
                  <a:gd name="connsiteY0" fmla="*/ 0 h 762000"/>
                  <a:gd name="connsiteX1" fmla="*/ 177800 w 215900"/>
                  <a:gd name="connsiteY1" fmla="*/ 127000 h 762000"/>
                  <a:gd name="connsiteX2" fmla="*/ 215900 w 215900"/>
                  <a:gd name="connsiteY2" fmla="*/ 323850 h 762000"/>
                  <a:gd name="connsiteX3" fmla="*/ 0 w 215900"/>
                  <a:gd name="connsiteY3" fmla="*/ 590550 h 762000"/>
                  <a:gd name="connsiteX4" fmla="*/ 76200 w 215900"/>
                  <a:gd name="connsiteY4" fmla="*/ 762000 h 762000"/>
                  <a:gd name="connsiteX5" fmla="*/ 82550 w 215900"/>
                  <a:gd name="connsiteY5" fmla="*/ 762000 h 762000"/>
                  <a:gd name="connsiteX0" fmla="*/ 31750 w 215900"/>
                  <a:gd name="connsiteY0" fmla="*/ 0 h 762000"/>
                  <a:gd name="connsiteX1" fmla="*/ 215900 w 215900"/>
                  <a:gd name="connsiteY1" fmla="*/ 323850 h 762000"/>
                  <a:gd name="connsiteX2" fmla="*/ 0 w 215900"/>
                  <a:gd name="connsiteY2" fmla="*/ 590550 h 762000"/>
                  <a:gd name="connsiteX3" fmla="*/ 76200 w 215900"/>
                  <a:gd name="connsiteY3" fmla="*/ 762000 h 762000"/>
                  <a:gd name="connsiteX4" fmla="*/ 82550 w 215900"/>
                  <a:gd name="connsiteY4" fmla="*/ 762000 h 762000"/>
                  <a:gd name="connsiteX0" fmla="*/ 31750 w 216059"/>
                  <a:gd name="connsiteY0" fmla="*/ 0 h 762000"/>
                  <a:gd name="connsiteX1" fmla="*/ 215900 w 216059"/>
                  <a:gd name="connsiteY1" fmla="*/ 323850 h 762000"/>
                  <a:gd name="connsiteX2" fmla="*/ 0 w 216059"/>
                  <a:gd name="connsiteY2" fmla="*/ 590550 h 762000"/>
                  <a:gd name="connsiteX3" fmla="*/ 76200 w 216059"/>
                  <a:gd name="connsiteY3" fmla="*/ 762000 h 762000"/>
                  <a:gd name="connsiteX4" fmla="*/ 82550 w 216059"/>
                  <a:gd name="connsiteY4" fmla="*/ 762000 h 762000"/>
                  <a:gd name="connsiteX0" fmla="*/ 31750 w 219913"/>
                  <a:gd name="connsiteY0" fmla="*/ 0 h 762000"/>
                  <a:gd name="connsiteX1" fmla="*/ 215900 w 219913"/>
                  <a:gd name="connsiteY1" fmla="*/ 323850 h 762000"/>
                  <a:gd name="connsiteX2" fmla="*/ 0 w 219913"/>
                  <a:gd name="connsiteY2" fmla="*/ 590550 h 762000"/>
                  <a:gd name="connsiteX3" fmla="*/ 76200 w 219913"/>
                  <a:gd name="connsiteY3" fmla="*/ 762000 h 762000"/>
                  <a:gd name="connsiteX4" fmla="*/ 82550 w 219913"/>
                  <a:gd name="connsiteY4" fmla="*/ 762000 h 762000"/>
                  <a:gd name="connsiteX0" fmla="*/ 31750 w 237024"/>
                  <a:gd name="connsiteY0" fmla="*/ 0 h 762000"/>
                  <a:gd name="connsiteX1" fmla="*/ 215900 w 237024"/>
                  <a:gd name="connsiteY1" fmla="*/ 323850 h 762000"/>
                  <a:gd name="connsiteX2" fmla="*/ 0 w 237024"/>
                  <a:gd name="connsiteY2" fmla="*/ 590550 h 762000"/>
                  <a:gd name="connsiteX3" fmla="*/ 76200 w 237024"/>
                  <a:gd name="connsiteY3" fmla="*/ 762000 h 762000"/>
                  <a:gd name="connsiteX4" fmla="*/ 82550 w 237024"/>
                  <a:gd name="connsiteY4" fmla="*/ 762000 h 762000"/>
                  <a:gd name="connsiteX0" fmla="*/ 313690 w 332164"/>
                  <a:gd name="connsiteY0" fmla="*/ 0 h 723900"/>
                  <a:gd name="connsiteX1" fmla="*/ 215900 w 332164"/>
                  <a:gd name="connsiteY1" fmla="*/ 285750 h 723900"/>
                  <a:gd name="connsiteX2" fmla="*/ 0 w 332164"/>
                  <a:gd name="connsiteY2" fmla="*/ 552450 h 723900"/>
                  <a:gd name="connsiteX3" fmla="*/ 76200 w 332164"/>
                  <a:gd name="connsiteY3" fmla="*/ 723900 h 723900"/>
                  <a:gd name="connsiteX4" fmla="*/ 82550 w 332164"/>
                  <a:gd name="connsiteY4" fmla="*/ 723900 h 723900"/>
                  <a:gd name="connsiteX0" fmla="*/ 328930 w 346016"/>
                  <a:gd name="connsiteY0" fmla="*/ 0 h 662940"/>
                  <a:gd name="connsiteX1" fmla="*/ 215900 w 346016"/>
                  <a:gd name="connsiteY1" fmla="*/ 224790 h 662940"/>
                  <a:gd name="connsiteX2" fmla="*/ 0 w 346016"/>
                  <a:gd name="connsiteY2" fmla="*/ 491490 h 662940"/>
                  <a:gd name="connsiteX3" fmla="*/ 76200 w 346016"/>
                  <a:gd name="connsiteY3" fmla="*/ 662940 h 662940"/>
                  <a:gd name="connsiteX4" fmla="*/ 82550 w 346016"/>
                  <a:gd name="connsiteY4" fmla="*/ 662940 h 662940"/>
                  <a:gd name="connsiteX0" fmla="*/ 328930 w 328930"/>
                  <a:gd name="connsiteY0" fmla="*/ 0 h 662940"/>
                  <a:gd name="connsiteX1" fmla="*/ 0 w 328930"/>
                  <a:gd name="connsiteY1" fmla="*/ 491490 h 662940"/>
                  <a:gd name="connsiteX2" fmla="*/ 76200 w 328930"/>
                  <a:gd name="connsiteY2" fmla="*/ 662940 h 662940"/>
                  <a:gd name="connsiteX3" fmla="*/ 82550 w 328930"/>
                  <a:gd name="connsiteY3" fmla="*/ 662940 h 662940"/>
                  <a:gd name="connsiteX0" fmla="*/ 253842 w 253842"/>
                  <a:gd name="connsiteY0" fmla="*/ 0 h 662940"/>
                  <a:gd name="connsiteX1" fmla="*/ 105887 w 253842"/>
                  <a:gd name="connsiteY1" fmla="*/ 277177 h 662940"/>
                  <a:gd name="connsiteX2" fmla="*/ 1112 w 253842"/>
                  <a:gd name="connsiteY2" fmla="*/ 662940 h 662940"/>
                  <a:gd name="connsiteX3" fmla="*/ 7462 w 253842"/>
                  <a:gd name="connsiteY3" fmla="*/ 662940 h 662940"/>
                  <a:gd name="connsiteX0" fmla="*/ 253842 w 307499"/>
                  <a:gd name="connsiteY0" fmla="*/ 0 h 662940"/>
                  <a:gd name="connsiteX1" fmla="*/ 105887 w 307499"/>
                  <a:gd name="connsiteY1" fmla="*/ 277177 h 662940"/>
                  <a:gd name="connsiteX2" fmla="*/ 1112 w 307499"/>
                  <a:gd name="connsiteY2" fmla="*/ 662940 h 662940"/>
                  <a:gd name="connsiteX3" fmla="*/ 307499 w 307499"/>
                  <a:gd name="connsiteY3" fmla="*/ 417672 h 662940"/>
                  <a:gd name="connsiteX0" fmla="*/ 147955 w 201612"/>
                  <a:gd name="connsiteY0" fmla="*/ 0 h 417672"/>
                  <a:gd name="connsiteX1" fmla="*/ 0 w 201612"/>
                  <a:gd name="connsiteY1" fmla="*/ 277177 h 417672"/>
                  <a:gd name="connsiteX2" fmla="*/ 201612 w 201612"/>
                  <a:gd name="connsiteY2" fmla="*/ 417672 h 417672"/>
                  <a:gd name="connsiteX0" fmla="*/ 116999 w 170656"/>
                  <a:gd name="connsiteY0" fmla="*/ 0 h 417672"/>
                  <a:gd name="connsiteX1" fmla="*/ 0 w 170656"/>
                  <a:gd name="connsiteY1" fmla="*/ 208120 h 417672"/>
                  <a:gd name="connsiteX2" fmla="*/ 170656 w 170656"/>
                  <a:gd name="connsiteY2" fmla="*/ 417672 h 417672"/>
                  <a:gd name="connsiteX0" fmla="*/ 118569 w 172226"/>
                  <a:gd name="connsiteY0" fmla="*/ 0 h 417672"/>
                  <a:gd name="connsiteX1" fmla="*/ 1570 w 172226"/>
                  <a:gd name="connsiteY1" fmla="*/ 208120 h 417672"/>
                  <a:gd name="connsiteX2" fmla="*/ 172226 w 172226"/>
                  <a:gd name="connsiteY2" fmla="*/ 417672 h 417672"/>
                  <a:gd name="connsiteX0" fmla="*/ 127092 w 171224"/>
                  <a:gd name="connsiteY0" fmla="*/ 0 h 434340"/>
                  <a:gd name="connsiteX1" fmla="*/ 568 w 171224"/>
                  <a:gd name="connsiteY1" fmla="*/ 224788 h 434340"/>
                  <a:gd name="connsiteX2" fmla="*/ 171224 w 171224"/>
                  <a:gd name="connsiteY2" fmla="*/ 434340 h 434340"/>
                  <a:gd name="connsiteX0" fmla="*/ 127480 w 171612"/>
                  <a:gd name="connsiteY0" fmla="*/ 0 h 434340"/>
                  <a:gd name="connsiteX1" fmla="*/ 956 w 171612"/>
                  <a:gd name="connsiteY1" fmla="*/ 224788 h 434340"/>
                  <a:gd name="connsiteX2" fmla="*/ 171612 w 171612"/>
                  <a:gd name="connsiteY2" fmla="*/ 434340 h 434340"/>
                  <a:gd name="connsiteX0" fmla="*/ 127480 w 171612"/>
                  <a:gd name="connsiteY0" fmla="*/ 0 h 434340"/>
                  <a:gd name="connsiteX1" fmla="*/ 956 w 171612"/>
                  <a:gd name="connsiteY1" fmla="*/ 255744 h 434340"/>
                  <a:gd name="connsiteX2" fmla="*/ 171612 w 171612"/>
                  <a:gd name="connsiteY2" fmla="*/ 434340 h 434340"/>
                </a:gdLst>
                <a:ahLst/>
                <a:cxnLst>
                  <a:cxn ang="0">
                    <a:pos x="connsiteX0" y="connsiteY0"/>
                  </a:cxn>
                  <a:cxn ang="0">
                    <a:pos x="connsiteX1" y="connsiteY1"/>
                  </a:cxn>
                  <a:cxn ang="0">
                    <a:pos x="connsiteX2" y="connsiteY2"/>
                  </a:cxn>
                </a:cxnLst>
                <a:rect l="l" t="t" r="r" b="b"/>
                <a:pathLst>
                  <a:path w="171612" h="434340">
                    <a:moveTo>
                      <a:pt x="127480" y="0"/>
                    </a:moveTo>
                    <a:cubicBezTo>
                      <a:pt x="27997" y="90487"/>
                      <a:pt x="-6399" y="183354"/>
                      <a:pt x="956" y="255744"/>
                    </a:cubicBezTo>
                    <a:cubicBezTo>
                      <a:pt x="8311" y="328134"/>
                      <a:pt x="129609" y="405070"/>
                      <a:pt x="171612" y="434340"/>
                    </a:cubicBezTo>
                  </a:path>
                </a:pathLst>
              </a:custGeom>
              <a:noFill/>
              <a:ln>
                <a:solidFill>
                  <a:srgbClr val="FFC5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ZoneTexte 15">
              <a:extLst>
                <a:ext uri="{FF2B5EF4-FFF2-40B4-BE49-F238E27FC236}">
                  <a16:creationId xmlns:a16="http://schemas.microsoft.com/office/drawing/2014/main" id="{2F356FCD-33AF-489A-80C5-AA5D9DBEFD1B}"/>
                </a:ext>
              </a:extLst>
            </p:cNvPr>
            <p:cNvSpPr txBox="1"/>
            <p:nvPr/>
          </p:nvSpPr>
          <p:spPr>
            <a:xfrm>
              <a:off x="2416028" y="1789961"/>
              <a:ext cx="896207" cy="370126"/>
            </a:xfrm>
            <a:prstGeom prst="rect">
              <a:avLst/>
            </a:prstGeom>
            <a:noFill/>
          </p:spPr>
          <p:txBody>
            <a:bodyPr wrap="none" rtlCol="0">
              <a:spAutoFit/>
            </a:bodyPr>
            <a:lstStyle/>
            <a:p>
              <a:pPr algn="ctr"/>
              <a:r>
                <a:rPr lang="fr-CA" sz="2000" b="1" dirty="0"/>
                <a:t>STAND</a:t>
              </a:r>
              <a:endParaRPr lang="en-GB" sz="2000" b="1" dirty="0"/>
            </a:p>
          </p:txBody>
        </p:sp>
      </p:grpSp>
      <p:sp>
        <p:nvSpPr>
          <p:cNvPr id="35" name="TextBox 34">
            <a:extLst>
              <a:ext uri="{FF2B5EF4-FFF2-40B4-BE49-F238E27FC236}">
                <a16:creationId xmlns:a16="http://schemas.microsoft.com/office/drawing/2014/main" id="{0FFEDC43-5C29-4CD1-92E5-2E83D858C90F}"/>
              </a:ext>
            </a:extLst>
          </p:cNvPr>
          <p:cNvSpPr txBox="1"/>
          <p:nvPr/>
        </p:nvSpPr>
        <p:spPr>
          <a:xfrm flipH="1">
            <a:off x="1287651" y="435200"/>
            <a:ext cx="10351102" cy="707886"/>
          </a:xfrm>
          <a:prstGeom prst="rect">
            <a:avLst/>
          </a:prstGeom>
          <a:noFill/>
        </p:spPr>
        <p:txBody>
          <a:bodyPr wrap="square" rtlCol="0">
            <a:spAutoFit/>
          </a:bodyPr>
          <a:lstStyle/>
          <a:p>
            <a:pPr algn="ct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Other CASFRI Projects Under Consideration</a:t>
            </a:r>
          </a:p>
        </p:txBody>
      </p:sp>
    </p:spTree>
    <p:extLst>
      <p:ext uri="{BB962C8B-B14F-4D97-AF65-F5344CB8AC3E}">
        <p14:creationId xmlns:p14="http://schemas.microsoft.com/office/powerpoint/2010/main" val="280400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contenu 2">
            <a:extLst>
              <a:ext uri="{FF2B5EF4-FFF2-40B4-BE49-F238E27FC236}">
                <a16:creationId xmlns:a16="http://schemas.microsoft.com/office/drawing/2014/main" id="{DB09F68F-5504-4D34-8CE8-BAFFA6A71524}"/>
              </a:ext>
            </a:extLst>
          </p:cNvPr>
          <p:cNvSpPr>
            <a:spLocks noGrp="1"/>
          </p:cNvSpPr>
          <p:nvPr>
            <p:ph idx="1"/>
          </p:nvPr>
        </p:nvSpPr>
        <p:spPr>
          <a:xfrm>
            <a:off x="336000" y="1516482"/>
            <a:ext cx="11520000" cy="4524203"/>
          </a:xfrm>
          <a:noFill/>
        </p:spPr>
        <p:txBody>
          <a:bodyPr>
            <a:normAutofit/>
          </a:bodyPr>
          <a:lstStyle/>
          <a:p>
            <a:pPr marL="266700" indent="-266700">
              <a:lnSpc>
                <a:spcPct val="120000"/>
              </a:lnSpc>
            </a:pPr>
            <a:r>
              <a:rPr lang="en-US" b="1" dirty="0"/>
              <a:t>Purge duplicate stands before (optimal) or after translation</a:t>
            </a:r>
          </a:p>
          <a:p>
            <a:pPr marL="266700" lvl="1" indent="0">
              <a:lnSpc>
                <a:spcPct val="120000"/>
              </a:lnSpc>
              <a:buNone/>
            </a:pPr>
            <a:r>
              <a:rPr lang="en-US" dirty="0"/>
              <a:t>Consecutive inventories are delivered with many unchanged stands that are, considering our attributes of interest, actually duplicates of old records. Merging them would greatly optimize all subsequent CASFRI processes (translation, denormalization, </a:t>
            </a:r>
            <a:r>
              <a:rPr lang="en-US" dirty="0" err="1"/>
              <a:t>geohistory</a:t>
            </a:r>
            <a:r>
              <a:rPr lang="en-US" dirty="0"/>
              <a:t>, enhanced </a:t>
            </a:r>
            <a:r>
              <a:rPr lang="en-US" dirty="0" err="1"/>
              <a:t>geohistory</a:t>
            </a:r>
            <a:r>
              <a:rPr lang="en-US" dirty="0"/>
              <a:t>)</a:t>
            </a:r>
          </a:p>
          <a:p>
            <a:pPr>
              <a:lnSpc>
                <a:spcPct val="120000"/>
              </a:lnSpc>
            </a:pPr>
            <a:r>
              <a:rPr lang="en-US" b="1" dirty="0"/>
              <a:t>Develop a AI-based natural language querying interface to CASFRI</a:t>
            </a:r>
          </a:p>
          <a:p>
            <a:pPr marL="0" indent="0">
              <a:lnSpc>
                <a:spcPct val="120000"/>
              </a:lnSpc>
              <a:buNone/>
            </a:pPr>
            <a:endParaRPr lang="en-US" sz="1800" b="1" dirty="0"/>
          </a:p>
          <a:p>
            <a:pPr marL="0" indent="0" algn="ctr">
              <a:lnSpc>
                <a:spcPct val="120000"/>
              </a:lnSpc>
              <a:buNone/>
            </a:pPr>
            <a:r>
              <a:rPr lang="en-US" b="1" dirty="0"/>
              <a:t>And more!</a:t>
            </a:r>
          </a:p>
        </p:txBody>
      </p:sp>
      <p:sp>
        <p:nvSpPr>
          <p:cNvPr id="12" name="TextBox 11">
            <a:extLst>
              <a:ext uri="{FF2B5EF4-FFF2-40B4-BE49-F238E27FC236}">
                <a16:creationId xmlns:a16="http://schemas.microsoft.com/office/drawing/2014/main" id="{306F2F00-EE15-4FCD-85B5-283F80365D5A}"/>
              </a:ext>
            </a:extLst>
          </p:cNvPr>
          <p:cNvSpPr txBox="1"/>
          <p:nvPr/>
        </p:nvSpPr>
        <p:spPr>
          <a:xfrm flipH="1">
            <a:off x="1132114" y="463372"/>
            <a:ext cx="10481731" cy="707886"/>
          </a:xfrm>
          <a:prstGeom prst="rect">
            <a:avLst/>
          </a:prstGeom>
          <a:noFill/>
        </p:spPr>
        <p:txBody>
          <a:bodyPr wrap="square" rtlCol="0">
            <a:spAutoFit/>
          </a:bodyPr>
          <a:lstStyle/>
          <a:p>
            <a:pPr algn="ctr"/>
            <a:r>
              <a:rPr lang="en-CA" sz="4000" dirty="0">
                <a:latin typeface="Microsoft Sans Serif" panose="020B0604020202020204" pitchFamily="34" charset="0"/>
                <a:ea typeface="Microsoft Sans Serif" panose="020B0604020202020204" pitchFamily="34" charset="0"/>
                <a:cs typeface="Microsoft Sans Serif" panose="020B0604020202020204" pitchFamily="34" charset="0"/>
              </a:rPr>
              <a:t>Other CASFRI Projects Under Consideration</a:t>
            </a:r>
          </a:p>
        </p:txBody>
      </p:sp>
    </p:spTree>
    <p:extLst>
      <p:ext uri="{BB962C8B-B14F-4D97-AF65-F5344CB8AC3E}">
        <p14:creationId xmlns:p14="http://schemas.microsoft.com/office/powerpoint/2010/main" val="141702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xEl>
                                              <p:pRg st="4" end="4"/>
                                            </p:txEl>
                                          </p:spTgt>
                                        </p:tgtEl>
                                        <p:attrNameLst>
                                          <p:attrName>style.visibility</p:attrName>
                                        </p:attrNameLst>
                                      </p:cBhvr>
                                      <p:to>
                                        <p:strVal val="visible"/>
                                      </p:to>
                                    </p:set>
                                    <p:animEffect transition="in" filter="wipe(left)">
                                      <p:cBhvr>
                                        <p:cTn id="2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 coins arrondis 34">
            <a:extLst>
              <a:ext uri="{FF2B5EF4-FFF2-40B4-BE49-F238E27FC236}">
                <a16:creationId xmlns:a16="http://schemas.microsoft.com/office/drawing/2014/main" id="{4B6E7328-AE26-4126-9E7D-DABCF269FE53}"/>
              </a:ext>
            </a:extLst>
          </p:cNvPr>
          <p:cNvSpPr/>
          <p:nvPr/>
        </p:nvSpPr>
        <p:spPr>
          <a:xfrm>
            <a:off x="443505" y="2356445"/>
            <a:ext cx="3564000" cy="896006"/>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a:solidFill>
                  <a:sysClr val="windowText" lastClr="000000"/>
                </a:solidFill>
              </a:rPr>
              <a:t>TT_Translate_AB03_CAS(</a:t>
            </a:r>
            <a:r>
              <a:rPr lang="fr-CA" sz="2000" dirty="0" err="1">
                <a:solidFill>
                  <a:sysClr val="windowText" lastClr="000000"/>
                </a:solidFill>
              </a:rPr>
              <a:t>view</a:t>
            </a:r>
            <a:r>
              <a:rPr lang="fr-CA" sz="2000" dirty="0">
                <a:solidFill>
                  <a:sysClr val="windowText" lastClr="000000"/>
                </a:solidFill>
              </a:rPr>
              <a:t>)</a:t>
            </a:r>
            <a:br>
              <a:rPr lang="fr-CA" sz="2000" dirty="0">
                <a:solidFill>
                  <a:sysClr val="windowText" lastClr="000000"/>
                </a:solidFill>
              </a:rPr>
            </a:br>
            <a:r>
              <a:rPr lang="fr-CA" sz="1400" dirty="0">
                <a:solidFill>
                  <a:sysClr val="windowText" lastClr="000000"/>
                </a:solidFill>
              </a:rPr>
              <a:t>…</a:t>
            </a:r>
            <a:br>
              <a:rPr lang="fr-CA" sz="2000" dirty="0">
                <a:solidFill>
                  <a:sysClr val="windowText" lastClr="000000"/>
                </a:solidFill>
              </a:rPr>
            </a:br>
            <a:r>
              <a:rPr lang="fr-CA" sz="2000" dirty="0">
                <a:solidFill>
                  <a:sysClr val="windowText" lastClr="000000"/>
                </a:solidFill>
              </a:rPr>
              <a:t>TT_Translate_AB03_GEO(</a:t>
            </a:r>
            <a:r>
              <a:rPr lang="fr-CA" sz="2000" dirty="0" err="1">
                <a:solidFill>
                  <a:sysClr val="windowText" lastClr="000000"/>
                </a:solidFill>
              </a:rPr>
              <a:t>view</a:t>
            </a:r>
            <a:r>
              <a:rPr lang="fr-CA" sz="2000" dirty="0">
                <a:solidFill>
                  <a:sysClr val="windowText" lastClr="000000"/>
                </a:solidFill>
              </a:rPr>
              <a:t>)</a:t>
            </a:r>
            <a:endParaRPr lang="en-GB" sz="2000" dirty="0">
              <a:solidFill>
                <a:sysClr val="windowText" lastClr="000000"/>
              </a:solidFill>
            </a:endParaRPr>
          </a:p>
        </p:txBody>
      </p:sp>
      <p:cxnSp>
        <p:nvCxnSpPr>
          <p:cNvPr id="58" name="Connecteur droit avec flèche 57">
            <a:extLst>
              <a:ext uri="{FF2B5EF4-FFF2-40B4-BE49-F238E27FC236}">
                <a16:creationId xmlns:a16="http://schemas.microsoft.com/office/drawing/2014/main" id="{588E0B3D-2595-4A01-B637-AC57F6138A97}"/>
              </a:ext>
            </a:extLst>
          </p:cNvPr>
          <p:cNvCxnSpPr>
            <a:cxnSpLocks/>
          </p:cNvCxnSpPr>
          <p:nvPr/>
        </p:nvCxnSpPr>
        <p:spPr>
          <a:xfrm flipH="1" flipV="1">
            <a:off x="2356135" y="3252451"/>
            <a:ext cx="1569037" cy="461941"/>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92148045-F1A5-41F9-ADB8-CD52E3D0D868}"/>
              </a:ext>
            </a:extLst>
          </p:cNvPr>
          <p:cNvSpPr txBox="1"/>
          <p:nvPr/>
        </p:nvSpPr>
        <p:spPr>
          <a:xfrm>
            <a:off x="443505" y="244341"/>
            <a:ext cx="3564000" cy="783698"/>
          </a:xfrm>
          <a:prstGeom prst="rect">
            <a:avLst/>
          </a:prstGeom>
          <a:solidFill>
            <a:schemeClr val="accent4">
              <a:lumMod val="20000"/>
              <a:lumOff val="80000"/>
            </a:schemeClr>
          </a:solidFill>
          <a:ln w="19050">
            <a:noFill/>
          </a:ln>
        </p:spPr>
        <p:txBody>
          <a:bodyPr wrap="square" rtlCol="0" anchor="ctr">
            <a:noAutofit/>
          </a:bodyPr>
          <a:lstStyle/>
          <a:p>
            <a:pPr algn="ctr"/>
            <a:r>
              <a:rPr lang="fr-CA" sz="2000" b="1" dirty="0"/>
              <a:t>INPUT TRANSLATION TABLES</a:t>
            </a:r>
          </a:p>
          <a:p>
            <a:pPr algn="ctr"/>
            <a:r>
              <a:rPr lang="fr-CA" sz="1400" dirty="0"/>
              <a:t>ab_avi01_cas, ab_avi01_dst, ab_avi01_eco, ab_avi01_lyr, ab_avi01_nfl, ab_avi01_geo</a:t>
            </a:r>
            <a:endParaRPr lang="en-GB" sz="1400" dirty="0"/>
          </a:p>
        </p:txBody>
      </p:sp>
      <p:sp>
        <p:nvSpPr>
          <p:cNvPr id="34" name="Rectangle : coins arrondis 33">
            <a:extLst>
              <a:ext uri="{FF2B5EF4-FFF2-40B4-BE49-F238E27FC236}">
                <a16:creationId xmlns:a16="http://schemas.microsoft.com/office/drawing/2014/main" id="{27AED0FC-905D-4795-863B-56D13777FB06}"/>
              </a:ext>
            </a:extLst>
          </p:cNvPr>
          <p:cNvSpPr/>
          <p:nvPr/>
        </p:nvSpPr>
        <p:spPr>
          <a:xfrm>
            <a:off x="443505" y="1342255"/>
            <a:ext cx="3564000"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err="1">
                <a:solidFill>
                  <a:sysClr val="windowText" lastClr="000000"/>
                </a:solidFill>
              </a:rPr>
              <a:t>TT_Prepare</a:t>
            </a:r>
            <a:r>
              <a:rPr lang="fr-CA" sz="2000" dirty="0">
                <a:solidFill>
                  <a:sysClr val="windowText" lastClr="000000"/>
                </a:solidFill>
              </a:rPr>
              <a:t>(</a:t>
            </a:r>
            <a:r>
              <a:rPr lang="fr-CA" sz="2000" dirty="0" err="1">
                <a:solidFill>
                  <a:sysClr val="windowText" lastClr="000000"/>
                </a:solidFill>
              </a:rPr>
              <a:t>translation_table</a:t>
            </a:r>
            <a:r>
              <a:rPr lang="fr-CA" sz="2000" dirty="0">
                <a:solidFill>
                  <a:sysClr val="windowText" lastClr="000000"/>
                </a:solidFill>
              </a:rPr>
              <a:t>)</a:t>
            </a:r>
            <a:endParaRPr lang="en-GB" sz="2000" dirty="0">
              <a:solidFill>
                <a:sysClr val="windowText" lastClr="000000"/>
              </a:solidFill>
            </a:endParaRPr>
          </a:p>
        </p:txBody>
      </p:sp>
      <p:sp>
        <p:nvSpPr>
          <p:cNvPr id="27" name="ZoneTexte 26">
            <a:extLst>
              <a:ext uri="{FF2B5EF4-FFF2-40B4-BE49-F238E27FC236}">
                <a16:creationId xmlns:a16="http://schemas.microsoft.com/office/drawing/2014/main" id="{518E24C7-7A3B-4CF5-B2DE-47077D77763A}"/>
              </a:ext>
            </a:extLst>
          </p:cNvPr>
          <p:cNvSpPr txBox="1"/>
          <p:nvPr/>
        </p:nvSpPr>
        <p:spPr>
          <a:xfrm>
            <a:off x="443504" y="3702076"/>
            <a:ext cx="11260815" cy="2826637"/>
          </a:xfrm>
          <a:prstGeom prst="rect">
            <a:avLst/>
          </a:prstGeom>
          <a:solidFill>
            <a:schemeClr val="accent4">
              <a:lumMod val="20000"/>
              <a:lumOff val="80000"/>
            </a:schemeClr>
          </a:solidFill>
        </p:spPr>
        <p:txBody>
          <a:bodyPr wrap="square" rtlCol="0">
            <a:noAutofit/>
          </a:bodyPr>
          <a:lstStyle/>
          <a:p>
            <a:r>
              <a:rPr lang="fr-CA" sz="2400" b="1" dirty="0"/>
              <a:t>                      INPUT INVENTORY DATA TABLES</a:t>
            </a:r>
            <a:endParaRPr lang="en-GB" sz="2400" b="1" dirty="0"/>
          </a:p>
        </p:txBody>
      </p:sp>
      <p:sp>
        <p:nvSpPr>
          <p:cNvPr id="36" name="ZoneTexte 35">
            <a:extLst>
              <a:ext uri="{FF2B5EF4-FFF2-40B4-BE49-F238E27FC236}">
                <a16:creationId xmlns:a16="http://schemas.microsoft.com/office/drawing/2014/main" id="{68EA8242-6B6A-4EB3-90B2-B89A67E093C2}"/>
              </a:ext>
            </a:extLst>
          </p:cNvPr>
          <p:cNvSpPr txBox="1"/>
          <p:nvPr/>
        </p:nvSpPr>
        <p:spPr>
          <a:xfrm>
            <a:off x="4565826" y="2382884"/>
            <a:ext cx="3402326" cy="874921"/>
          </a:xfrm>
          <a:prstGeom prst="rect">
            <a:avLst/>
          </a:prstGeom>
          <a:solidFill>
            <a:schemeClr val="accent1">
              <a:lumMod val="20000"/>
              <a:lumOff val="80000"/>
            </a:schemeClr>
          </a:solidFill>
        </p:spPr>
        <p:txBody>
          <a:bodyPr wrap="square" rtlCol="0" anchor="ctr">
            <a:noAutofit/>
          </a:bodyPr>
          <a:lstStyle/>
          <a:p>
            <a:pPr algn="ctr"/>
            <a:r>
              <a:rPr lang="fr-CA" sz="2000" b="1" dirty="0"/>
              <a:t>OUTPUT TRANSLATED TABLES</a:t>
            </a:r>
          </a:p>
          <a:p>
            <a:pPr algn="ctr"/>
            <a:r>
              <a:rPr lang="fr-CA" sz="1600" dirty="0" err="1"/>
              <a:t>cas_all</a:t>
            </a:r>
            <a:r>
              <a:rPr lang="fr-CA" sz="1600" dirty="0"/>
              <a:t>, </a:t>
            </a:r>
            <a:r>
              <a:rPr lang="fr-CA" sz="1600" dirty="0" err="1"/>
              <a:t>dst_all</a:t>
            </a:r>
            <a:r>
              <a:rPr lang="fr-CA" sz="1600" dirty="0"/>
              <a:t>, </a:t>
            </a:r>
            <a:r>
              <a:rPr lang="fr-CA" sz="1600" dirty="0" err="1"/>
              <a:t>eco_all</a:t>
            </a:r>
            <a:r>
              <a:rPr lang="fr-CA" sz="1600" dirty="0"/>
              <a:t>, </a:t>
            </a:r>
            <a:br>
              <a:rPr lang="fr-CA" sz="1600" dirty="0"/>
            </a:br>
            <a:r>
              <a:rPr lang="fr-CA" sz="1600" dirty="0" err="1"/>
              <a:t>lyr_all</a:t>
            </a:r>
            <a:r>
              <a:rPr lang="fr-CA" sz="1600" dirty="0"/>
              <a:t>, </a:t>
            </a:r>
            <a:r>
              <a:rPr lang="fr-CA" sz="1600" dirty="0" err="1"/>
              <a:t>nfl_all</a:t>
            </a:r>
            <a:r>
              <a:rPr lang="fr-CA" sz="1600" dirty="0"/>
              <a:t>, </a:t>
            </a:r>
            <a:r>
              <a:rPr lang="fr-CA" sz="1600" dirty="0" err="1"/>
              <a:t>geo_all</a:t>
            </a:r>
            <a:endParaRPr lang="en-GB" sz="1600" dirty="0"/>
          </a:p>
        </p:txBody>
      </p:sp>
      <p:cxnSp>
        <p:nvCxnSpPr>
          <p:cNvPr id="6" name="Connecteur droit avec flèche 5">
            <a:extLst>
              <a:ext uri="{FF2B5EF4-FFF2-40B4-BE49-F238E27FC236}">
                <a16:creationId xmlns:a16="http://schemas.microsoft.com/office/drawing/2014/main" id="{7AA2E1AE-F490-4227-9B54-2BC2538BD385}"/>
              </a:ext>
            </a:extLst>
          </p:cNvPr>
          <p:cNvCxnSpPr>
            <a:cxnSpLocks/>
            <a:stCxn id="29" idx="2"/>
            <a:endCxn id="34" idx="0"/>
          </p:cNvCxnSpPr>
          <p:nvPr/>
        </p:nvCxnSpPr>
        <p:spPr>
          <a:xfrm>
            <a:off x="2225505" y="1028039"/>
            <a:ext cx="0" cy="314216"/>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FEED041D-072D-45C9-8565-3D5E08191F1A}"/>
              </a:ext>
            </a:extLst>
          </p:cNvPr>
          <p:cNvCxnSpPr>
            <a:cxnSpLocks/>
            <a:stCxn id="34" idx="2"/>
            <a:endCxn id="35" idx="0"/>
          </p:cNvCxnSpPr>
          <p:nvPr/>
        </p:nvCxnSpPr>
        <p:spPr>
          <a:xfrm>
            <a:off x="2225505" y="1969272"/>
            <a:ext cx="0" cy="38717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8CC8ACF5-1EC6-4634-8980-2725FF212CE8}"/>
              </a:ext>
            </a:extLst>
          </p:cNvPr>
          <p:cNvCxnSpPr>
            <a:cxnSpLocks/>
            <a:stCxn id="35" idx="3"/>
            <a:endCxn id="36" idx="1"/>
          </p:cNvCxnSpPr>
          <p:nvPr/>
        </p:nvCxnSpPr>
        <p:spPr>
          <a:xfrm>
            <a:off x="4007505" y="2804448"/>
            <a:ext cx="558321" cy="15897"/>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F813C53-B34B-4270-A06C-DA2D13EEAC7A}"/>
              </a:ext>
            </a:extLst>
          </p:cNvPr>
          <p:cNvCxnSpPr>
            <a:cxnSpLocks/>
            <a:stCxn id="36" idx="0"/>
            <a:endCxn id="85" idx="2"/>
          </p:cNvCxnSpPr>
          <p:nvPr/>
        </p:nvCxnSpPr>
        <p:spPr>
          <a:xfrm flipV="1">
            <a:off x="6266989" y="2028106"/>
            <a:ext cx="0" cy="354778"/>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 coins arrondis 83">
            <a:extLst>
              <a:ext uri="{FF2B5EF4-FFF2-40B4-BE49-F238E27FC236}">
                <a16:creationId xmlns:a16="http://schemas.microsoft.com/office/drawing/2014/main" id="{19AA910A-CF5A-49E1-9C54-B74B80DA312A}"/>
              </a:ext>
            </a:extLst>
          </p:cNvPr>
          <p:cNvSpPr/>
          <p:nvPr/>
        </p:nvSpPr>
        <p:spPr>
          <a:xfrm>
            <a:off x="4394519" y="329287"/>
            <a:ext cx="3733635"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dirty="0" err="1">
                <a:solidFill>
                  <a:sysClr val="windowText" lastClr="000000"/>
                </a:solidFill>
              </a:rPr>
              <a:t>TT_ProduceInvGeoHistory</a:t>
            </a:r>
            <a:r>
              <a:rPr lang="fr-CA" sz="2400" dirty="0">
                <a:solidFill>
                  <a:sysClr val="windowText" lastClr="000000"/>
                </a:solidFill>
              </a:rPr>
              <a:t>()</a:t>
            </a:r>
            <a:endParaRPr lang="en-GB" sz="2400" dirty="0">
              <a:solidFill>
                <a:sysClr val="windowText" lastClr="000000"/>
              </a:solidFill>
            </a:endParaRPr>
          </a:p>
        </p:txBody>
      </p:sp>
      <p:sp>
        <p:nvSpPr>
          <p:cNvPr id="85" name="ZoneTexte 84">
            <a:extLst>
              <a:ext uri="{FF2B5EF4-FFF2-40B4-BE49-F238E27FC236}">
                <a16:creationId xmlns:a16="http://schemas.microsoft.com/office/drawing/2014/main" id="{9D3FD4DA-0D04-44DE-8E60-7DFA3F913499}"/>
              </a:ext>
            </a:extLst>
          </p:cNvPr>
          <p:cNvSpPr txBox="1"/>
          <p:nvPr/>
        </p:nvSpPr>
        <p:spPr>
          <a:xfrm>
            <a:off x="4565826" y="1244408"/>
            <a:ext cx="3402326" cy="783698"/>
          </a:xfrm>
          <a:prstGeom prst="rect">
            <a:avLst/>
          </a:prstGeom>
          <a:solidFill>
            <a:schemeClr val="accent1">
              <a:lumMod val="20000"/>
              <a:lumOff val="80000"/>
            </a:schemeClr>
          </a:solidFill>
        </p:spPr>
        <p:txBody>
          <a:bodyPr wrap="square" rtlCol="0" anchor="ctr">
            <a:noAutofit/>
          </a:bodyPr>
          <a:lstStyle/>
          <a:p>
            <a:pPr algn="ctr"/>
            <a:r>
              <a:rPr lang="fr-CA" sz="2000" b="1" dirty="0"/>
              <a:t>OUTPUT FLAT TABLE</a:t>
            </a:r>
          </a:p>
          <a:p>
            <a:pPr algn="ctr"/>
            <a:r>
              <a:rPr lang="en-GB" sz="1400" dirty="0" err="1"/>
              <a:t>cas_flat_all_layers_same_row</a:t>
            </a:r>
            <a:endParaRPr lang="en-GB" sz="1400" dirty="0"/>
          </a:p>
        </p:txBody>
      </p:sp>
      <p:sp>
        <p:nvSpPr>
          <p:cNvPr id="100" name="Ellipse 99">
            <a:extLst>
              <a:ext uri="{FF2B5EF4-FFF2-40B4-BE49-F238E27FC236}">
                <a16:creationId xmlns:a16="http://schemas.microsoft.com/office/drawing/2014/main" id="{FBB50B8A-231F-4103-A471-9856B1C423B5}"/>
              </a:ext>
            </a:extLst>
          </p:cNvPr>
          <p:cNvSpPr/>
          <p:nvPr/>
        </p:nvSpPr>
        <p:spPr>
          <a:xfrm>
            <a:off x="33932" y="1370549"/>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2</a:t>
            </a:r>
            <a:endParaRPr lang="en-GB" sz="2800" b="1" dirty="0"/>
          </a:p>
        </p:txBody>
      </p:sp>
      <p:sp>
        <p:nvSpPr>
          <p:cNvPr id="103" name="Ellipse 102">
            <a:extLst>
              <a:ext uri="{FF2B5EF4-FFF2-40B4-BE49-F238E27FC236}">
                <a16:creationId xmlns:a16="http://schemas.microsoft.com/office/drawing/2014/main" id="{2E2C0892-9CB5-4FCC-8970-C59A70249581}"/>
              </a:ext>
            </a:extLst>
          </p:cNvPr>
          <p:cNvSpPr/>
          <p:nvPr/>
        </p:nvSpPr>
        <p:spPr>
          <a:xfrm>
            <a:off x="3794542" y="2530843"/>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3</a:t>
            </a:r>
            <a:endParaRPr lang="en-GB" sz="2800" b="1" dirty="0"/>
          </a:p>
        </p:txBody>
      </p:sp>
      <p:sp>
        <p:nvSpPr>
          <p:cNvPr id="104" name="Ellipse 103">
            <a:extLst>
              <a:ext uri="{FF2B5EF4-FFF2-40B4-BE49-F238E27FC236}">
                <a16:creationId xmlns:a16="http://schemas.microsoft.com/office/drawing/2014/main" id="{5C70298B-5BFC-4D37-839D-F007BAB8D9CA}"/>
              </a:ext>
            </a:extLst>
          </p:cNvPr>
          <p:cNvSpPr/>
          <p:nvPr/>
        </p:nvSpPr>
        <p:spPr>
          <a:xfrm>
            <a:off x="5594379" y="1944287"/>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4</a:t>
            </a:r>
            <a:endParaRPr lang="en-GB" sz="2800" b="1" dirty="0"/>
          </a:p>
        </p:txBody>
      </p:sp>
      <p:sp>
        <p:nvSpPr>
          <p:cNvPr id="110" name="ZoneTexte 109">
            <a:extLst>
              <a:ext uri="{FF2B5EF4-FFF2-40B4-BE49-F238E27FC236}">
                <a16:creationId xmlns:a16="http://schemas.microsoft.com/office/drawing/2014/main" id="{5707500A-F67A-4FD0-9DD3-C3889083A698}"/>
              </a:ext>
            </a:extLst>
          </p:cNvPr>
          <p:cNvSpPr txBox="1"/>
          <p:nvPr/>
        </p:nvSpPr>
        <p:spPr>
          <a:xfrm>
            <a:off x="8811958" y="329286"/>
            <a:ext cx="2681539" cy="627016"/>
          </a:xfrm>
          <a:prstGeom prst="rect">
            <a:avLst/>
          </a:prstGeom>
          <a:solidFill>
            <a:schemeClr val="accent1">
              <a:lumMod val="20000"/>
              <a:lumOff val="80000"/>
            </a:schemeClr>
          </a:solidFill>
        </p:spPr>
        <p:txBody>
          <a:bodyPr wrap="square" rtlCol="0" anchor="ctr">
            <a:noAutofit/>
          </a:bodyPr>
          <a:lstStyle/>
          <a:p>
            <a:pPr algn="ctr"/>
            <a:r>
              <a:rPr lang="fr-CA" sz="1600" b="1" dirty="0"/>
              <a:t>OUTPUT</a:t>
            </a:r>
            <a:br>
              <a:rPr lang="fr-CA" sz="1600" b="1" dirty="0"/>
            </a:br>
            <a:r>
              <a:rPr lang="fr-CA" sz="1600" b="1" dirty="0"/>
              <a:t> GEOHISTORY TABLE</a:t>
            </a:r>
            <a:endParaRPr lang="en-GB" sz="1600" b="1" dirty="0"/>
          </a:p>
        </p:txBody>
      </p:sp>
      <p:cxnSp>
        <p:nvCxnSpPr>
          <p:cNvPr id="115" name="Connecteur droit avec flèche 114">
            <a:extLst>
              <a:ext uri="{FF2B5EF4-FFF2-40B4-BE49-F238E27FC236}">
                <a16:creationId xmlns:a16="http://schemas.microsoft.com/office/drawing/2014/main" id="{A668FD2A-5FAB-4942-9335-A0764BB762DC}"/>
              </a:ext>
            </a:extLst>
          </p:cNvPr>
          <p:cNvCxnSpPr>
            <a:cxnSpLocks/>
            <a:stCxn id="85" idx="0"/>
            <a:endCxn id="84" idx="2"/>
          </p:cNvCxnSpPr>
          <p:nvPr/>
        </p:nvCxnSpPr>
        <p:spPr>
          <a:xfrm flipH="1" flipV="1">
            <a:off x="6261337" y="956304"/>
            <a:ext cx="5652" cy="288104"/>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0145ABF2-42BA-4FF8-9794-CE012DC6D327}"/>
              </a:ext>
            </a:extLst>
          </p:cNvPr>
          <p:cNvCxnSpPr>
            <a:cxnSpLocks/>
            <a:stCxn id="84" idx="3"/>
            <a:endCxn id="110" idx="1"/>
          </p:cNvCxnSpPr>
          <p:nvPr/>
        </p:nvCxnSpPr>
        <p:spPr>
          <a:xfrm flipV="1">
            <a:off x="8128154" y="642794"/>
            <a:ext cx="683804" cy="2"/>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4" name="Rectangle : coins arrondis 123">
            <a:extLst>
              <a:ext uri="{FF2B5EF4-FFF2-40B4-BE49-F238E27FC236}">
                <a16:creationId xmlns:a16="http://schemas.microsoft.com/office/drawing/2014/main" id="{362EC4B2-876B-4DB9-B2DD-5451257C0990}"/>
              </a:ext>
            </a:extLst>
          </p:cNvPr>
          <p:cNvSpPr/>
          <p:nvPr/>
        </p:nvSpPr>
        <p:spPr>
          <a:xfrm>
            <a:off x="8415730" y="2502686"/>
            <a:ext cx="3471473"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err="1">
                <a:solidFill>
                  <a:sysClr val="windowText" lastClr="000000"/>
                </a:solidFill>
              </a:rPr>
              <a:t>TT_ProduceDerivedCoverage</a:t>
            </a:r>
            <a:r>
              <a:rPr lang="fr-CA" sz="2000" dirty="0">
                <a:solidFill>
                  <a:sysClr val="windowText" lastClr="000000"/>
                </a:solidFill>
              </a:rPr>
              <a:t>()</a:t>
            </a:r>
            <a:endParaRPr lang="en-GB" sz="2000" dirty="0">
              <a:solidFill>
                <a:sysClr val="windowText" lastClr="000000"/>
              </a:solidFill>
            </a:endParaRPr>
          </a:p>
        </p:txBody>
      </p:sp>
      <p:sp>
        <p:nvSpPr>
          <p:cNvPr id="125" name="ZoneTexte 124">
            <a:extLst>
              <a:ext uri="{FF2B5EF4-FFF2-40B4-BE49-F238E27FC236}">
                <a16:creationId xmlns:a16="http://schemas.microsoft.com/office/drawing/2014/main" id="{2940A9D3-7C80-4680-872F-592ADB3DBF97}"/>
              </a:ext>
            </a:extLst>
          </p:cNvPr>
          <p:cNvSpPr txBox="1"/>
          <p:nvPr/>
        </p:nvSpPr>
        <p:spPr>
          <a:xfrm>
            <a:off x="8811958" y="1255445"/>
            <a:ext cx="2681539" cy="943827"/>
          </a:xfrm>
          <a:prstGeom prst="rect">
            <a:avLst/>
          </a:prstGeom>
          <a:solidFill>
            <a:schemeClr val="accent1">
              <a:lumMod val="20000"/>
              <a:lumOff val="80000"/>
            </a:schemeClr>
          </a:solidFill>
        </p:spPr>
        <p:txBody>
          <a:bodyPr wrap="square" rtlCol="0" anchor="ctr">
            <a:noAutofit/>
          </a:bodyPr>
          <a:lstStyle/>
          <a:p>
            <a:pPr algn="ctr"/>
            <a:r>
              <a:rPr lang="fr-CA" sz="1600" b="1" dirty="0"/>
              <a:t>OUTPUT COVERAGE TABLES </a:t>
            </a:r>
            <a:r>
              <a:rPr lang="fr-CA" sz="1600" dirty="0" err="1"/>
              <a:t>detailed</a:t>
            </a:r>
            <a:r>
              <a:rPr lang="fr-CA" sz="1600" dirty="0"/>
              <a:t>, </a:t>
            </a:r>
            <a:r>
              <a:rPr lang="fr-CA" sz="1600" dirty="0" err="1"/>
              <a:t>noholes</a:t>
            </a:r>
            <a:r>
              <a:rPr lang="fr-CA" sz="1600" dirty="0"/>
              <a:t>, </a:t>
            </a:r>
            <a:r>
              <a:rPr lang="fr-CA" sz="1600" dirty="0" err="1"/>
              <a:t>noislands</a:t>
            </a:r>
            <a:r>
              <a:rPr lang="fr-CA" sz="1600" dirty="0"/>
              <a:t>, </a:t>
            </a:r>
            <a:r>
              <a:rPr lang="fr-CA" sz="1600" dirty="0" err="1"/>
              <a:t>simplified</a:t>
            </a:r>
            <a:r>
              <a:rPr lang="fr-CA" sz="1600" dirty="0"/>
              <a:t> and </a:t>
            </a:r>
            <a:r>
              <a:rPr lang="fr-CA" sz="1600" dirty="0" err="1"/>
              <a:t>smoothed</a:t>
            </a:r>
            <a:endParaRPr lang="en-GB" sz="1600" dirty="0"/>
          </a:p>
        </p:txBody>
      </p:sp>
      <p:sp>
        <p:nvSpPr>
          <p:cNvPr id="98" name="Ellipse 97">
            <a:extLst>
              <a:ext uri="{FF2B5EF4-FFF2-40B4-BE49-F238E27FC236}">
                <a16:creationId xmlns:a16="http://schemas.microsoft.com/office/drawing/2014/main" id="{7EC45BBD-B4B7-43F0-BA7E-C8DF7E80FE36}"/>
              </a:ext>
            </a:extLst>
          </p:cNvPr>
          <p:cNvSpPr/>
          <p:nvPr/>
        </p:nvSpPr>
        <p:spPr>
          <a:xfrm>
            <a:off x="8002728" y="366752"/>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5</a:t>
            </a:r>
            <a:endParaRPr lang="en-GB" sz="2800" b="1" dirty="0"/>
          </a:p>
        </p:txBody>
      </p:sp>
      <p:cxnSp>
        <p:nvCxnSpPr>
          <p:cNvPr id="132" name="Connecteur droit avec flèche 131">
            <a:extLst>
              <a:ext uri="{FF2B5EF4-FFF2-40B4-BE49-F238E27FC236}">
                <a16:creationId xmlns:a16="http://schemas.microsoft.com/office/drawing/2014/main" id="{FE766572-7744-41C2-89E8-7E86B7E5173D}"/>
              </a:ext>
            </a:extLst>
          </p:cNvPr>
          <p:cNvCxnSpPr>
            <a:cxnSpLocks/>
            <a:stCxn id="36" idx="3"/>
            <a:endCxn id="124" idx="1"/>
          </p:cNvCxnSpPr>
          <p:nvPr/>
        </p:nvCxnSpPr>
        <p:spPr>
          <a:xfrm flipV="1">
            <a:off x="7968152" y="2816195"/>
            <a:ext cx="447578" cy="4150"/>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962D54E4-445F-44C7-98DB-73314A7B48AE}"/>
              </a:ext>
            </a:extLst>
          </p:cNvPr>
          <p:cNvCxnSpPr>
            <a:cxnSpLocks/>
            <a:stCxn id="124" idx="0"/>
            <a:endCxn id="125" idx="2"/>
          </p:cNvCxnSpPr>
          <p:nvPr/>
        </p:nvCxnSpPr>
        <p:spPr>
          <a:xfrm flipV="1">
            <a:off x="10151467" y="2199272"/>
            <a:ext cx="1261" cy="303414"/>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8" name="Ellipse 137">
            <a:extLst>
              <a:ext uri="{FF2B5EF4-FFF2-40B4-BE49-F238E27FC236}">
                <a16:creationId xmlns:a16="http://schemas.microsoft.com/office/drawing/2014/main" id="{9438A552-8A99-4397-AF98-C146E426D80C}"/>
              </a:ext>
            </a:extLst>
          </p:cNvPr>
          <p:cNvSpPr/>
          <p:nvPr/>
        </p:nvSpPr>
        <p:spPr>
          <a:xfrm>
            <a:off x="8540309" y="2083978"/>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6</a:t>
            </a:r>
            <a:endParaRPr lang="en-GB" sz="2800" b="1" dirty="0"/>
          </a:p>
        </p:txBody>
      </p:sp>
      <p:cxnSp>
        <p:nvCxnSpPr>
          <p:cNvPr id="52" name="Connecteur droit avec flèche 51">
            <a:extLst>
              <a:ext uri="{FF2B5EF4-FFF2-40B4-BE49-F238E27FC236}">
                <a16:creationId xmlns:a16="http://schemas.microsoft.com/office/drawing/2014/main" id="{A3D14383-D910-496A-A171-C0F53BD94BF8}"/>
              </a:ext>
            </a:extLst>
          </p:cNvPr>
          <p:cNvCxnSpPr>
            <a:cxnSpLocks/>
            <a:stCxn id="7" idx="0"/>
            <a:endCxn id="38" idx="2"/>
          </p:cNvCxnSpPr>
          <p:nvPr/>
        </p:nvCxnSpPr>
        <p:spPr>
          <a:xfrm flipH="1" flipV="1">
            <a:off x="2239996" y="5200031"/>
            <a:ext cx="1486361" cy="361936"/>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80BC5CAA-E2ED-4886-9A71-905CB300F5AB}"/>
              </a:ext>
            </a:extLst>
          </p:cNvPr>
          <p:cNvCxnSpPr>
            <a:cxnSpLocks/>
            <a:stCxn id="39" idx="2"/>
            <a:endCxn id="7" idx="0"/>
          </p:cNvCxnSpPr>
          <p:nvPr/>
        </p:nvCxnSpPr>
        <p:spPr>
          <a:xfrm flipH="1">
            <a:off x="3726357" y="5200031"/>
            <a:ext cx="1365053" cy="361936"/>
          </a:xfrm>
          <a:prstGeom prst="straightConnector1">
            <a:avLst/>
          </a:prstGeom>
          <a:ln w="57150">
            <a:solidFill>
              <a:schemeClr val="bg2">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 name="Rectangle : coins arrondis 6">
            <a:extLst>
              <a:ext uri="{FF2B5EF4-FFF2-40B4-BE49-F238E27FC236}">
                <a16:creationId xmlns:a16="http://schemas.microsoft.com/office/drawing/2014/main" id="{E9070072-1936-400B-BA64-017399636A46}"/>
              </a:ext>
            </a:extLst>
          </p:cNvPr>
          <p:cNvSpPr/>
          <p:nvPr/>
        </p:nvSpPr>
        <p:spPr>
          <a:xfrm>
            <a:off x="1819441" y="5561967"/>
            <a:ext cx="3813832" cy="633180"/>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dirty="0" err="1">
                <a:solidFill>
                  <a:sysClr val="windowText" lastClr="000000"/>
                </a:solidFill>
              </a:rPr>
              <a:t>TT_CreateMappingView</a:t>
            </a:r>
            <a:r>
              <a:rPr lang="fr-CA" sz="2400" dirty="0">
                <a:solidFill>
                  <a:sysClr val="windowText" lastClr="000000"/>
                </a:solidFill>
              </a:rPr>
              <a:t>()</a:t>
            </a:r>
            <a:endParaRPr lang="en-GB" sz="2400" dirty="0">
              <a:solidFill>
                <a:sysClr val="windowText" lastClr="000000"/>
              </a:solidFill>
            </a:endParaRPr>
          </a:p>
        </p:txBody>
      </p:sp>
      <p:cxnSp>
        <p:nvCxnSpPr>
          <p:cNvPr id="44" name="Connecteur droit avec flèche 43">
            <a:extLst>
              <a:ext uri="{FF2B5EF4-FFF2-40B4-BE49-F238E27FC236}">
                <a16:creationId xmlns:a16="http://schemas.microsoft.com/office/drawing/2014/main" id="{D8251F2D-B8AC-4441-AF62-FAB45783D64D}"/>
              </a:ext>
            </a:extLst>
          </p:cNvPr>
          <p:cNvCxnSpPr>
            <a:cxnSpLocks/>
            <a:stCxn id="82" idx="1"/>
          </p:cNvCxnSpPr>
          <p:nvPr/>
        </p:nvCxnSpPr>
        <p:spPr>
          <a:xfrm flipH="1">
            <a:off x="5590670" y="4381370"/>
            <a:ext cx="2134355" cy="1277154"/>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Ellipse 98">
            <a:extLst>
              <a:ext uri="{FF2B5EF4-FFF2-40B4-BE49-F238E27FC236}">
                <a16:creationId xmlns:a16="http://schemas.microsoft.com/office/drawing/2014/main" id="{01242566-11EE-463B-B967-6FC3FB33A098}"/>
              </a:ext>
            </a:extLst>
          </p:cNvPr>
          <p:cNvSpPr/>
          <p:nvPr/>
        </p:nvSpPr>
        <p:spPr>
          <a:xfrm>
            <a:off x="871933" y="5599397"/>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1</a:t>
            </a:r>
            <a:endParaRPr lang="en-GB" sz="2800" b="1" dirty="0"/>
          </a:p>
        </p:txBody>
      </p:sp>
      <p:graphicFrame>
        <p:nvGraphicFramePr>
          <p:cNvPr id="64" name="Tableau 2">
            <a:extLst>
              <a:ext uri="{FF2B5EF4-FFF2-40B4-BE49-F238E27FC236}">
                <a16:creationId xmlns:a16="http://schemas.microsoft.com/office/drawing/2014/main" id="{7B3FC02C-9E25-48A3-B50C-DA3641287A4F}"/>
              </a:ext>
            </a:extLst>
          </p:cNvPr>
          <p:cNvGraphicFramePr>
            <a:graphicFrameLocks noGrp="1"/>
          </p:cNvGraphicFramePr>
          <p:nvPr>
            <p:extLst>
              <p:ext uri="{D42A27DB-BD31-4B8C-83A1-F6EECF244321}">
                <p14:modId xmlns:p14="http://schemas.microsoft.com/office/powerpoint/2010/main" val="1355315965"/>
              </p:ext>
            </p:extLst>
          </p:nvPr>
        </p:nvGraphicFramePr>
        <p:xfrm>
          <a:off x="7003876" y="5092444"/>
          <a:ext cx="4324609" cy="1295843"/>
        </p:xfrm>
        <a:graphic>
          <a:graphicData uri="http://schemas.openxmlformats.org/drawingml/2006/table">
            <a:tbl>
              <a:tblPr firstRow="1" bandRow="1">
                <a:tableStyleId>{5C22544A-7EE6-4342-B048-85BDC9FD1C3A}</a:tableStyleId>
              </a:tblPr>
              <a:tblGrid>
                <a:gridCol w="1198327">
                  <a:extLst>
                    <a:ext uri="{9D8B030D-6E8A-4147-A177-3AD203B41FA5}">
                      <a16:colId xmlns:a16="http://schemas.microsoft.com/office/drawing/2014/main" val="2479692713"/>
                    </a:ext>
                  </a:extLst>
                </a:gridCol>
                <a:gridCol w="492257">
                  <a:extLst>
                    <a:ext uri="{9D8B030D-6E8A-4147-A177-3AD203B41FA5}">
                      <a16:colId xmlns:a16="http://schemas.microsoft.com/office/drawing/2014/main" val="3417803258"/>
                    </a:ext>
                  </a:extLst>
                </a:gridCol>
                <a:gridCol w="1404000">
                  <a:extLst>
                    <a:ext uri="{9D8B030D-6E8A-4147-A177-3AD203B41FA5}">
                      <a16:colId xmlns:a16="http://schemas.microsoft.com/office/drawing/2014/main" val="2373036711"/>
                    </a:ext>
                  </a:extLst>
                </a:gridCol>
                <a:gridCol w="820779">
                  <a:extLst>
                    <a:ext uri="{9D8B030D-6E8A-4147-A177-3AD203B41FA5}">
                      <a16:colId xmlns:a16="http://schemas.microsoft.com/office/drawing/2014/main" val="1452312875"/>
                    </a:ext>
                  </a:extLst>
                </a:gridCol>
                <a:gridCol w="409246">
                  <a:extLst>
                    <a:ext uri="{9D8B030D-6E8A-4147-A177-3AD203B41FA5}">
                      <a16:colId xmlns:a16="http://schemas.microsoft.com/office/drawing/2014/main" val="1599457183"/>
                    </a:ext>
                  </a:extLst>
                </a:gridCol>
              </a:tblGrid>
              <a:tr h="207837">
                <a:tc gridSpan="5">
                  <a:txBody>
                    <a:bodyPr/>
                    <a:lstStyle/>
                    <a:p>
                      <a:pPr algn="ctr"/>
                      <a:r>
                        <a:rPr lang="fr-CA" sz="1600" dirty="0" err="1">
                          <a:solidFill>
                            <a:schemeClr val="tx1"/>
                          </a:solidFill>
                        </a:rPr>
                        <a:t>layer_metadata</a:t>
                      </a:r>
                      <a:r>
                        <a:rPr lang="fr-CA" sz="1600" dirty="0">
                          <a:solidFill>
                            <a:schemeClr val="tx1"/>
                          </a:solidFill>
                        </a:rPr>
                        <a:t> table</a:t>
                      </a:r>
                      <a:endParaRPr lang="en-GB" sz="16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GB" dirty="0"/>
                    </a:p>
                  </a:txBody>
                  <a:tcPr>
                    <a:solidFill>
                      <a:srgbClr val="E9C561"/>
                    </a:solidFill>
                  </a:tcPr>
                </a:tc>
                <a:tc hMerge="1">
                  <a:txBody>
                    <a:bodyPr/>
                    <a:lstStyle/>
                    <a:p>
                      <a:pPr algn="ctr"/>
                      <a:endParaRPr lang="en-GB" dirty="0">
                        <a:solidFill>
                          <a:schemeClr val="tx1"/>
                        </a:solidFill>
                      </a:endParaRPr>
                    </a:p>
                  </a:txBody>
                  <a:tcPr marL="36000" marR="36000" marT="36000" marB="3600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pPr algn="ctr"/>
                      <a:endParaRPr lang="en-GB" dirty="0">
                        <a:solidFill>
                          <a:schemeClr val="tx1"/>
                        </a:solidFill>
                      </a:endParaRPr>
                    </a:p>
                  </a:txBody>
                  <a:tcPr marL="36000" marR="36000" marT="36000" marB="3600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pPr algn="ctr"/>
                      <a:endParaRPr lang="en-GB" sz="160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extLst>
                  <a:ext uri="{0D108BD9-81ED-4DB2-BD59-A6C34878D82A}">
                    <a16:rowId xmlns:a16="http://schemas.microsoft.com/office/drawing/2014/main" val="464631956"/>
                  </a:ext>
                </a:extLst>
              </a:tr>
              <a:tr h="151457">
                <a:tc>
                  <a:txBody>
                    <a:bodyPr/>
                    <a:lstStyle/>
                    <a:p>
                      <a:pPr algn="ctr"/>
                      <a:r>
                        <a:rPr lang="fr-CA" sz="1400" dirty="0">
                          <a:solidFill>
                            <a:schemeClr val="tx1"/>
                          </a:solidFill>
                        </a:rPr>
                        <a:t>INVENTORY_ID</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LAYER</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CASFRI_TABLE</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13247">
                <a:tc>
                  <a:txBody>
                    <a:bodyPr/>
                    <a:lstStyle/>
                    <a:p>
                      <a:pPr algn="ctr"/>
                      <a:r>
                        <a:rPr lang="fr-CA" sz="1200" dirty="0">
                          <a:solidFill>
                            <a:schemeClr val="tx1"/>
                          </a:solidFill>
                        </a:rPr>
                        <a:t>AB_AVI01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r h="135337">
                <a:tc>
                  <a:txBody>
                    <a:bodyPr/>
                    <a:lstStyle/>
                    <a:p>
                      <a:pPr algn="ctr"/>
                      <a:r>
                        <a:rPr lang="fr-CA" sz="1200" dirty="0">
                          <a:solidFill>
                            <a:schemeClr val="tx1"/>
                          </a:solidFill>
                        </a:rPr>
                        <a:t>AB03</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en-GB" sz="1200" dirty="0">
                          <a:solidFill>
                            <a:schemeClr val="tx1"/>
                          </a:solidFill>
                        </a:rPr>
                        <a:t>CAS ECO DST LYR GEO</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4195331112"/>
                  </a:ext>
                </a:extLst>
              </a:tr>
              <a:tr h="267923">
                <a:tc>
                  <a:txBody>
                    <a:bodyPr/>
                    <a:lstStyle/>
                    <a:p>
                      <a:pPr algn="ctr"/>
                      <a:r>
                        <a:rPr lang="fr-CA" sz="1200" dirty="0">
                          <a:solidFill>
                            <a:schemeClr val="tx1"/>
                          </a:solidFill>
                        </a:rPr>
                        <a:t>AB03</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2</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LYR</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usp1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014923161"/>
                  </a:ext>
                </a:extLst>
              </a:tr>
            </a:tbl>
          </a:graphicData>
        </a:graphic>
      </p:graphicFrame>
      <p:cxnSp>
        <p:nvCxnSpPr>
          <p:cNvPr id="66" name="Connecteur droit avec flèche 65">
            <a:extLst>
              <a:ext uri="{FF2B5EF4-FFF2-40B4-BE49-F238E27FC236}">
                <a16:creationId xmlns:a16="http://schemas.microsoft.com/office/drawing/2014/main" id="{B15639DB-385C-4915-9D54-2904DD5665F6}"/>
              </a:ext>
            </a:extLst>
          </p:cNvPr>
          <p:cNvCxnSpPr>
            <a:cxnSpLocks/>
            <a:stCxn id="7" idx="3"/>
          </p:cNvCxnSpPr>
          <p:nvPr/>
        </p:nvCxnSpPr>
        <p:spPr>
          <a:xfrm flipV="1">
            <a:off x="5633273" y="5854991"/>
            <a:ext cx="1375937" cy="23566"/>
          </a:xfrm>
          <a:prstGeom prst="straightConnector1">
            <a:avLst/>
          </a:prstGeom>
          <a:ln w="57150">
            <a:solidFill>
              <a:schemeClr val="bg2">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82" name="Tableau 2">
            <a:extLst>
              <a:ext uri="{FF2B5EF4-FFF2-40B4-BE49-F238E27FC236}">
                <a16:creationId xmlns:a16="http://schemas.microsoft.com/office/drawing/2014/main" id="{D8AC698D-7EFE-4310-A603-753F02F1D59C}"/>
              </a:ext>
            </a:extLst>
          </p:cNvPr>
          <p:cNvGraphicFramePr>
            <a:graphicFrameLocks noGrp="1"/>
          </p:cNvGraphicFramePr>
          <p:nvPr>
            <p:extLst>
              <p:ext uri="{D42A27DB-BD31-4B8C-83A1-F6EECF244321}">
                <p14:modId xmlns:p14="http://schemas.microsoft.com/office/powerpoint/2010/main" val="1715026073"/>
              </p:ext>
            </p:extLst>
          </p:nvPr>
        </p:nvGraphicFramePr>
        <p:xfrm>
          <a:off x="7725025" y="3832529"/>
          <a:ext cx="2364307" cy="1097682"/>
        </p:xfrm>
        <a:graphic>
          <a:graphicData uri="http://schemas.openxmlformats.org/drawingml/2006/table">
            <a:tbl>
              <a:tblPr firstRow="1" bandRow="1">
                <a:tableStyleId>{5C22544A-7EE6-4342-B048-85BDC9FD1C3A}</a:tableStyleId>
              </a:tblPr>
              <a:tblGrid>
                <a:gridCol w="800872">
                  <a:extLst>
                    <a:ext uri="{9D8B030D-6E8A-4147-A177-3AD203B41FA5}">
                      <a16:colId xmlns:a16="http://schemas.microsoft.com/office/drawing/2014/main" val="485956849"/>
                    </a:ext>
                  </a:extLst>
                </a:gridCol>
                <a:gridCol w="800872">
                  <a:extLst>
                    <a:ext uri="{9D8B030D-6E8A-4147-A177-3AD203B41FA5}">
                      <a16:colId xmlns:a16="http://schemas.microsoft.com/office/drawing/2014/main" val="2479692713"/>
                    </a:ext>
                  </a:extLst>
                </a:gridCol>
                <a:gridCol w="762563">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Converted raw source </a:t>
                      </a:r>
                      <a:br>
                        <a:rPr lang="en-GB" sz="1600" dirty="0">
                          <a:solidFill>
                            <a:schemeClr val="tx1"/>
                          </a:solidFill>
                        </a:rPr>
                      </a:br>
                      <a:r>
                        <a:rPr lang="en-GB" sz="1600" dirty="0">
                          <a:solidFill>
                            <a:schemeClr val="tx1"/>
                          </a:solidFill>
                        </a:rPr>
                        <a:t>inventory table (AB03)</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USP1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graphicFrame>
        <p:nvGraphicFramePr>
          <p:cNvPr id="38" name="Tableau 2">
            <a:extLst>
              <a:ext uri="{FF2B5EF4-FFF2-40B4-BE49-F238E27FC236}">
                <a16:creationId xmlns:a16="http://schemas.microsoft.com/office/drawing/2014/main" id="{B05AFA32-15A8-4536-92AA-D2F1FDD12E35}"/>
              </a:ext>
            </a:extLst>
          </p:cNvPr>
          <p:cNvGraphicFramePr>
            <a:graphicFrameLocks noGrp="1"/>
          </p:cNvGraphicFramePr>
          <p:nvPr>
            <p:extLst>
              <p:ext uri="{D42A27DB-BD31-4B8C-83A1-F6EECF244321}">
                <p14:modId xmlns:p14="http://schemas.microsoft.com/office/powerpoint/2010/main" val="2396837050"/>
              </p:ext>
            </p:extLst>
          </p:nvPr>
        </p:nvGraphicFramePr>
        <p:xfrm>
          <a:off x="1141996" y="4339028"/>
          <a:ext cx="2196000" cy="861003"/>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485956849"/>
                    </a:ext>
                  </a:extLst>
                </a:gridCol>
                <a:gridCol w="1080000">
                  <a:extLst>
                    <a:ext uri="{9D8B030D-6E8A-4147-A177-3AD203B41FA5}">
                      <a16:colId xmlns:a16="http://schemas.microsoft.com/office/drawing/2014/main" val="2479692713"/>
                    </a:ext>
                  </a:extLst>
                </a:gridCol>
                <a:gridCol w="288000">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VIEW for LYR layer 1</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err="1">
                          <a:solidFill>
                            <a:schemeClr val="tx1"/>
                          </a:solidFill>
                        </a:rPr>
                        <a:t>mapped</a:t>
                      </a:r>
                      <a:r>
                        <a:rPr lang="fr-CA" sz="1200" dirty="0">
                          <a:solidFill>
                            <a:schemeClr val="tx1"/>
                          </a:solidFill>
                        </a:rPr>
                        <a:t> to sp1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graphicFrame>
        <p:nvGraphicFramePr>
          <p:cNvPr id="39" name="Tableau 2">
            <a:extLst>
              <a:ext uri="{FF2B5EF4-FFF2-40B4-BE49-F238E27FC236}">
                <a16:creationId xmlns:a16="http://schemas.microsoft.com/office/drawing/2014/main" id="{11034295-9C4C-4922-B177-9CDD7B7BA56C}"/>
              </a:ext>
            </a:extLst>
          </p:cNvPr>
          <p:cNvGraphicFramePr>
            <a:graphicFrameLocks noGrp="1"/>
          </p:cNvGraphicFramePr>
          <p:nvPr>
            <p:extLst>
              <p:ext uri="{D42A27DB-BD31-4B8C-83A1-F6EECF244321}">
                <p14:modId xmlns:p14="http://schemas.microsoft.com/office/powerpoint/2010/main" val="1535430727"/>
              </p:ext>
            </p:extLst>
          </p:nvPr>
        </p:nvGraphicFramePr>
        <p:xfrm>
          <a:off x="3957410" y="4339028"/>
          <a:ext cx="2268000" cy="861003"/>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485956849"/>
                    </a:ext>
                  </a:extLst>
                </a:gridCol>
                <a:gridCol w="1080000">
                  <a:extLst>
                    <a:ext uri="{9D8B030D-6E8A-4147-A177-3AD203B41FA5}">
                      <a16:colId xmlns:a16="http://schemas.microsoft.com/office/drawing/2014/main" val="2479692713"/>
                    </a:ext>
                  </a:extLst>
                </a:gridCol>
                <a:gridCol w="324000">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VIEW for LYR layer 2</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err="1">
                          <a:solidFill>
                            <a:schemeClr val="tx1"/>
                          </a:solidFill>
                        </a:rPr>
                        <a:t>mapped</a:t>
                      </a:r>
                      <a:r>
                        <a:rPr lang="fr-CA" sz="1200" dirty="0">
                          <a:solidFill>
                            <a:schemeClr val="tx1"/>
                          </a:solidFill>
                        </a:rPr>
                        <a:t> to usp1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spTree>
    <p:extLst>
      <p:ext uri="{BB962C8B-B14F-4D97-AF65-F5344CB8AC3E}">
        <p14:creationId xmlns:p14="http://schemas.microsoft.com/office/powerpoint/2010/main" val="1509386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Connecteur droit avec flèche 57">
            <a:extLst>
              <a:ext uri="{FF2B5EF4-FFF2-40B4-BE49-F238E27FC236}">
                <a16:creationId xmlns:a16="http://schemas.microsoft.com/office/drawing/2014/main" id="{588E0B3D-2595-4A01-B637-AC57F6138A97}"/>
              </a:ext>
            </a:extLst>
          </p:cNvPr>
          <p:cNvCxnSpPr>
            <a:cxnSpLocks/>
            <a:stCxn id="85" idx="2"/>
            <a:endCxn id="84" idx="0"/>
          </p:cNvCxnSpPr>
          <p:nvPr/>
        </p:nvCxnSpPr>
        <p:spPr>
          <a:xfrm>
            <a:off x="6111673" y="5550061"/>
            <a:ext cx="1" cy="43871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ZoneTexte 26">
            <a:extLst>
              <a:ext uri="{FF2B5EF4-FFF2-40B4-BE49-F238E27FC236}">
                <a16:creationId xmlns:a16="http://schemas.microsoft.com/office/drawing/2014/main" id="{518E24C7-7A3B-4CF5-B2DE-47077D77763A}"/>
              </a:ext>
            </a:extLst>
          </p:cNvPr>
          <p:cNvSpPr txBox="1"/>
          <p:nvPr/>
        </p:nvSpPr>
        <p:spPr>
          <a:xfrm>
            <a:off x="234153" y="301155"/>
            <a:ext cx="11798189" cy="2826637"/>
          </a:xfrm>
          <a:prstGeom prst="rect">
            <a:avLst/>
          </a:prstGeom>
          <a:solidFill>
            <a:schemeClr val="accent4">
              <a:lumMod val="20000"/>
              <a:lumOff val="80000"/>
            </a:schemeClr>
          </a:solidFill>
        </p:spPr>
        <p:txBody>
          <a:bodyPr wrap="square" rtlCol="0">
            <a:noAutofit/>
          </a:bodyPr>
          <a:lstStyle/>
          <a:p>
            <a:r>
              <a:rPr lang="fr-CA" sz="2400" b="1" dirty="0"/>
              <a:t>                                                                                        INPUT INVENTORY DATA TABLES</a:t>
            </a:r>
            <a:endParaRPr lang="en-GB" sz="2400" b="1" dirty="0"/>
          </a:p>
        </p:txBody>
      </p:sp>
      <p:cxnSp>
        <p:nvCxnSpPr>
          <p:cNvPr id="6" name="Connecteur droit avec flèche 5">
            <a:extLst>
              <a:ext uri="{FF2B5EF4-FFF2-40B4-BE49-F238E27FC236}">
                <a16:creationId xmlns:a16="http://schemas.microsoft.com/office/drawing/2014/main" id="{7AA2E1AE-F490-4227-9B54-2BC2538BD385}"/>
              </a:ext>
            </a:extLst>
          </p:cNvPr>
          <p:cNvCxnSpPr>
            <a:cxnSpLocks/>
            <a:endCxn id="35" idx="0"/>
          </p:cNvCxnSpPr>
          <p:nvPr/>
        </p:nvCxnSpPr>
        <p:spPr>
          <a:xfrm>
            <a:off x="8672484" y="2799946"/>
            <a:ext cx="1580993" cy="53292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FEED041D-072D-45C9-8565-3D5E08191F1A}"/>
              </a:ext>
            </a:extLst>
          </p:cNvPr>
          <p:cNvCxnSpPr>
            <a:cxnSpLocks/>
            <a:stCxn id="34" idx="0"/>
            <a:endCxn id="35" idx="2"/>
          </p:cNvCxnSpPr>
          <p:nvPr/>
        </p:nvCxnSpPr>
        <p:spPr>
          <a:xfrm flipV="1">
            <a:off x="10253477" y="4228875"/>
            <a:ext cx="0" cy="569921"/>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8CC8ACF5-1EC6-4634-8980-2725FF212CE8}"/>
              </a:ext>
            </a:extLst>
          </p:cNvPr>
          <p:cNvCxnSpPr>
            <a:cxnSpLocks/>
            <a:stCxn id="29" idx="0"/>
            <a:endCxn id="34" idx="2"/>
          </p:cNvCxnSpPr>
          <p:nvPr/>
        </p:nvCxnSpPr>
        <p:spPr>
          <a:xfrm flipV="1">
            <a:off x="10253477" y="5425813"/>
            <a:ext cx="0" cy="444102"/>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F813C53-B34B-4270-A06C-DA2D13EEAC7A}"/>
              </a:ext>
            </a:extLst>
          </p:cNvPr>
          <p:cNvCxnSpPr>
            <a:cxnSpLocks/>
            <a:stCxn id="35" idx="1"/>
            <a:endCxn id="36" idx="3"/>
          </p:cNvCxnSpPr>
          <p:nvPr/>
        </p:nvCxnSpPr>
        <p:spPr>
          <a:xfrm flipH="1">
            <a:off x="7855873" y="3780872"/>
            <a:ext cx="615604" cy="1604"/>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A668FD2A-5FAB-4942-9335-A0764BB762DC}"/>
              </a:ext>
            </a:extLst>
          </p:cNvPr>
          <p:cNvCxnSpPr>
            <a:cxnSpLocks/>
            <a:stCxn id="36" idx="2"/>
            <a:endCxn id="85" idx="0"/>
          </p:cNvCxnSpPr>
          <p:nvPr/>
        </p:nvCxnSpPr>
        <p:spPr>
          <a:xfrm>
            <a:off x="6111673" y="4234674"/>
            <a:ext cx="0" cy="43987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Connecteur droit avec flèche 120">
            <a:extLst>
              <a:ext uri="{FF2B5EF4-FFF2-40B4-BE49-F238E27FC236}">
                <a16:creationId xmlns:a16="http://schemas.microsoft.com/office/drawing/2014/main" id="{0145ABF2-42BA-4FF8-9794-CE012DC6D327}"/>
              </a:ext>
            </a:extLst>
          </p:cNvPr>
          <p:cNvCxnSpPr>
            <a:cxnSpLocks/>
            <a:stCxn id="84" idx="1"/>
            <a:endCxn id="110" idx="3"/>
          </p:cNvCxnSpPr>
          <p:nvPr/>
        </p:nvCxnSpPr>
        <p:spPr>
          <a:xfrm flipH="1" flipV="1">
            <a:off x="3714249" y="6302282"/>
            <a:ext cx="530607" cy="1"/>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 coins arrondis 34">
            <a:extLst>
              <a:ext uri="{FF2B5EF4-FFF2-40B4-BE49-F238E27FC236}">
                <a16:creationId xmlns:a16="http://schemas.microsoft.com/office/drawing/2014/main" id="{4B6E7328-AE26-4126-9E7D-DABCF269FE53}"/>
              </a:ext>
            </a:extLst>
          </p:cNvPr>
          <p:cNvSpPr/>
          <p:nvPr/>
        </p:nvSpPr>
        <p:spPr>
          <a:xfrm>
            <a:off x="8471477" y="3332869"/>
            <a:ext cx="3564000" cy="896006"/>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a:solidFill>
                  <a:sysClr val="windowText" lastClr="000000"/>
                </a:solidFill>
              </a:rPr>
              <a:t>TT_Translate_AB03_CAS(</a:t>
            </a:r>
            <a:r>
              <a:rPr lang="fr-CA" sz="2000" dirty="0" err="1">
                <a:solidFill>
                  <a:sysClr val="windowText" lastClr="000000"/>
                </a:solidFill>
              </a:rPr>
              <a:t>view</a:t>
            </a:r>
            <a:r>
              <a:rPr lang="fr-CA" sz="2000" dirty="0">
                <a:solidFill>
                  <a:sysClr val="windowText" lastClr="000000"/>
                </a:solidFill>
              </a:rPr>
              <a:t>)</a:t>
            </a:r>
            <a:br>
              <a:rPr lang="fr-CA" sz="2000" dirty="0">
                <a:solidFill>
                  <a:sysClr val="windowText" lastClr="000000"/>
                </a:solidFill>
              </a:rPr>
            </a:br>
            <a:r>
              <a:rPr lang="fr-CA" sz="1400" dirty="0">
                <a:solidFill>
                  <a:sysClr val="windowText" lastClr="000000"/>
                </a:solidFill>
              </a:rPr>
              <a:t>…</a:t>
            </a:r>
            <a:br>
              <a:rPr lang="fr-CA" sz="2000" dirty="0">
                <a:solidFill>
                  <a:sysClr val="windowText" lastClr="000000"/>
                </a:solidFill>
              </a:rPr>
            </a:br>
            <a:r>
              <a:rPr lang="fr-CA" sz="2000" dirty="0">
                <a:solidFill>
                  <a:sysClr val="windowText" lastClr="000000"/>
                </a:solidFill>
              </a:rPr>
              <a:t>TT_Translate_AB03_GEO(</a:t>
            </a:r>
            <a:r>
              <a:rPr lang="fr-CA" sz="2000" dirty="0" err="1">
                <a:solidFill>
                  <a:sysClr val="windowText" lastClr="000000"/>
                </a:solidFill>
              </a:rPr>
              <a:t>view</a:t>
            </a:r>
            <a:r>
              <a:rPr lang="fr-CA" sz="2000" dirty="0">
                <a:solidFill>
                  <a:sysClr val="windowText" lastClr="000000"/>
                </a:solidFill>
              </a:rPr>
              <a:t>)</a:t>
            </a:r>
            <a:endParaRPr lang="en-GB" sz="2000" dirty="0">
              <a:solidFill>
                <a:sysClr val="windowText" lastClr="000000"/>
              </a:solidFill>
            </a:endParaRPr>
          </a:p>
        </p:txBody>
      </p:sp>
      <p:sp>
        <p:nvSpPr>
          <p:cNvPr id="36" name="ZoneTexte 35">
            <a:extLst>
              <a:ext uri="{FF2B5EF4-FFF2-40B4-BE49-F238E27FC236}">
                <a16:creationId xmlns:a16="http://schemas.microsoft.com/office/drawing/2014/main" id="{68EA8242-6B6A-4EB3-90B2-B89A67E093C2}"/>
              </a:ext>
            </a:extLst>
          </p:cNvPr>
          <p:cNvSpPr txBox="1"/>
          <p:nvPr/>
        </p:nvSpPr>
        <p:spPr>
          <a:xfrm>
            <a:off x="4367473" y="3330277"/>
            <a:ext cx="3488400" cy="904397"/>
          </a:xfrm>
          <a:prstGeom prst="rect">
            <a:avLst/>
          </a:prstGeom>
          <a:solidFill>
            <a:schemeClr val="accent1">
              <a:lumMod val="20000"/>
              <a:lumOff val="80000"/>
            </a:schemeClr>
          </a:solidFill>
        </p:spPr>
        <p:txBody>
          <a:bodyPr wrap="square" rtlCol="0" anchor="ctr">
            <a:noAutofit/>
          </a:bodyPr>
          <a:lstStyle/>
          <a:p>
            <a:pPr algn="ctr"/>
            <a:r>
              <a:rPr lang="fr-CA" sz="2000" b="1" dirty="0"/>
              <a:t>OUTPUT TRANSLATED TABLES</a:t>
            </a:r>
          </a:p>
          <a:p>
            <a:pPr algn="ctr"/>
            <a:r>
              <a:rPr lang="fr-CA" sz="1600" dirty="0" err="1"/>
              <a:t>cas_all</a:t>
            </a:r>
            <a:r>
              <a:rPr lang="fr-CA" sz="1600" dirty="0"/>
              <a:t>, </a:t>
            </a:r>
            <a:r>
              <a:rPr lang="fr-CA" sz="1600" dirty="0" err="1"/>
              <a:t>dst_all</a:t>
            </a:r>
            <a:r>
              <a:rPr lang="fr-CA" sz="1600" dirty="0"/>
              <a:t>, </a:t>
            </a:r>
            <a:r>
              <a:rPr lang="fr-CA" sz="1600" dirty="0" err="1"/>
              <a:t>eco_all</a:t>
            </a:r>
            <a:r>
              <a:rPr lang="fr-CA" sz="1600" dirty="0"/>
              <a:t>, </a:t>
            </a:r>
            <a:br>
              <a:rPr lang="fr-CA" sz="1600" dirty="0"/>
            </a:br>
            <a:r>
              <a:rPr lang="fr-CA" sz="1600" dirty="0" err="1"/>
              <a:t>lyr_all</a:t>
            </a:r>
            <a:r>
              <a:rPr lang="fr-CA" sz="1600" dirty="0"/>
              <a:t>, </a:t>
            </a:r>
            <a:r>
              <a:rPr lang="fr-CA" sz="1600" dirty="0" err="1"/>
              <a:t>nfl_all</a:t>
            </a:r>
            <a:r>
              <a:rPr lang="fr-CA" sz="1600" dirty="0"/>
              <a:t>, </a:t>
            </a:r>
            <a:r>
              <a:rPr lang="fr-CA" sz="1600" dirty="0" err="1"/>
              <a:t>geo_all</a:t>
            </a:r>
            <a:endParaRPr lang="en-GB" sz="1600" dirty="0"/>
          </a:p>
        </p:txBody>
      </p:sp>
      <p:sp>
        <p:nvSpPr>
          <p:cNvPr id="124" name="Rectangle : coins arrondis 123">
            <a:extLst>
              <a:ext uri="{FF2B5EF4-FFF2-40B4-BE49-F238E27FC236}">
                <a16:creationId xmlns:a16="http://schemas.microsoft.com/office/drawing/2014/main" id="{362EC4B2-876B-4DB9-B2DD-5451257C0990}"/>
              </a:ext>
            </a:extLst>
          </p:cNvPr>
          <p:cNvSpPr/>
          <p:nvPr/>
        </p:nvSpPr>
        <p:spPr>
          <a:xfrm>
            <a:off x="242776" y="3467364"/>
            <a:ext cx="3471473"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err="1">
                <a:solidFill>
                  <a:sysClr val="windowText" lastClr="000000"/>
                </a:solidFill>
              </a:rPr>
              <a:t>TT_ProduceDerivedCoverage</a:t>
            </a:r>
            <a:r>
              <a:rPr lang="fr-CA" sz="2000" dirty="0">
                <a:solidFill>
                  <a:sysClr val="windowText" lastClr="000000"/>
                </a:solidFill>
              </a:rPr>
              <a:t>()</a:t>
            </a:r>
            <a:endParaRPr lang="en-GB" sz="2000" dirty="0">
              <a:solidFill>
                <a:sysClr val="windowText" lastClr="000000"/>
              </a:solidFill>
            </a:endParaRPr>
          </a:p>
        </p:txBody>
      </p:sp>
      <p:sp>
        <p:nvSpPr>
          <p:cNvPr id="34" name="Rectangle : coins arrondis 33">
            <a:extLst>
              <a:ext uri="{FF2B5EF4-FFF2-40B4-BE49-F238E27FC236}">
                <a16:creationId xmlns:a16="http://schemas.microsoft.com/office/drawing/2014/main" id="{27AED0FC-905D-4795-863B-56D13777FB06}"/>
              </a:ext>
            </a:extLst>
          </p:cNvPr>
          <p:cNvSpPr/>
          <p:nvPr/>
        </p:nvSpPr>
        <p:spPr>
          <a:xfrm>
            <a:off x="8471477" y="4798796"/>
            <a:ext cx="3564000"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000" dirty="0" err="1">
                <a:solidFill>
                  <a:sysClr val="windowText" lastClr="000000"/>
                </a:solidFill>
              </a:rPr>
              <a:t>TT_Prepare</a:t>
            </a:r>
            <a:r>
              <a:rPr lang="fr-CA" sz="2000" dirty="0">
                <a:solidFill>
                  <a:sysClr val="windowText" lastClr="000000"/>
                </a:solidFill>
              </a:rPr>
              <a:t>(</a:t>
            </a:r>
            <a:r>
              <a:rPr lang="fr-CA" sz="2000" dirty="0" err="1">
                <a:solidFill>
                  <a:sysClr val="windowText" lastClr="000000"/>
                </a:solidFill>
              </a:rPr>
              <a:t>translation_table</a:t>
            </a:r>
            <a:r>
              <a:rPr lang="fr-CA" sz="2000" dirty="0">
                <a:solidFill>
                  <a:sysClr val="windowText" lastClr="000000"/>
                </a:solidFill>
              </a:rPr>
              <a:t>)</a:t>
            </a:r>
            <a:endParaRPr lang="en-GB" sz="2000" dirty="0">
              <a:solidFill>
                <a:sysClr val="windowText" lastClr="000000"/>
              </a:solidFill>
            </a:endParaRPr>
          </a:p>
        </p:txBody>
      </p:sp>
      <p:sp>
        <p:nvSpPr>
          <p:cNvPr id="85" name="ZoneTexte 84">
            <a:extLst>
              <a:ext uri="{FF2B5EF4-FFF2-40B4-BE49-F238E27FC236}">
                <a16:creationId xmlns:a16="http://schemas.microsoft.com/office/drawing/2014/main" id="{9D3FD4DA-0D04-44DE-8E60-7DFA3F913499}"/>
              </a:ext>
            </a:extLst>
          </p:cNvPr>
          <p:cNvSpPr txBox="1"/>
          <p:nvPr/>
        </p:nvSpPr>
        <p:spPr>
          <a:xfrm>
            <a:off x="4367473" y="4674547"/>
            <a:ext cx="3488400" cy="875514"/>
          </a:xfrm>
          <a:prstGeom prst="rect">
            <a:avLst/>
          </a:prstGeom>
          <a:solidFill>
            <a:schemeClr val="accent1">
              <a:lumMod val="20000"/>
              <a:lumOff val="80000"/>
            </a:schemeClr>
          </a:solidFill>
        </p:spPr>
        <p:txBody>
          <a:bodyPr wrap="square" rtlCol="0" anchor="ctr">
            <a:noAutofit/>
          </a:bodyPr>
          <a:lstStyle/>
          <a:p>
            <a:pPr algn="ctr"/>
            <a:r>
              <a:rPr lang="fr-CA" sz="2000" b="1" dirty="0"/>
              <a:t>OUTPUT FLAT TABLE</a:t>
            </a:r>
          </a:p>
          <a:p>
            <a:pPr algn="ctr"/>
            <a:r>
              <a:rPr lang="en-GB" sz="1400" dirty="0" err="1"/>
              <a:t>cas_flat_all_layers_same_row</a:t>
            </a:r>
            <a:endParaRPr lang="en-GB" sz="1400" dirty="0"/>
          </a:p>
        </p:txBody>
      </p:sp>
      <p:sp>
        <p:nvSpPr>
          <p:cNvPr id="125" name="ZoneTexte 124">
            <a:extLst>
              <a:ext uri="{FF2B5EF4-FFF2-40B4-BE49-F238E27FC236}">
                <a16:creationId xmlns:a16="http://schemas.microsoft.com/office/drawing/2014/main" id="{2940A9D3-7C80-4680-872F-592ADB3DBF97}"/>
              </a:ext>
            </a:extLst>
          </p:cNvPr>
          <p:cNvSpPr txBox="1"/>
          <p:nvPr/>
        </p:nvSpPr>
        <p:spPr>
          <a:xfrm>
            <a:off x="234153" y="4640391"/>
            <a:ext cx="3480096" cy="943827"/>
          </a:xfrm>
          <a:prstGeom prst="rect">
            <a:avLst/>
          </a:prstGeom>
          <a:solidFill>
            <a:schemeClr val="accent1">
              <a:lumMod val="20000"/>
              <a:lumOff val="80000"/>
            </a:schemeClr>
          </a:solidFill>
        </p:spPr>
        <p:txBody>
          <a:bodyPr wrap="square" rtlCol="0" anchor="ctr">
            <a:noAutofit/>
          </a:bodyPr>
          <a:lstStyle/>
          <a:p>
            <a:pPr algn="ctr"/>
            <a:r>
              <a:rPr lang="fr-CA" sz="1600" b="1" dirty="0"/>
              <a:t>OUTPUT COVERAGE TABLES</a:t>
            </a:r>
            <a:br>
              <a:rPr lang="fr-CA" sz="1600" b="1" dirty="0"/>
            </a:br>
            <a:r>
              <a:rPr lang="fr-CA" sz="1600" dirty="0" err="1"/>
              <a:t>detailed</a:t>
            </a:r>
            <a:r>
              <a:rPr lang="fr-CA" sz="1600" dirty="0"/>
              <a:t>, </a:t>
            </a:r>
            <a:r>
              <a:rPr lang="fr-CA" sz="1600" dirty="0" err="1"/>
              <a:t>noholes</a:t>
            </a:r>
            <a:r>
              <a:rPr lang="fr-CA" sz="1600" dirty="0"/>
              <a:t>, </a:t>
            </a:r>
            <a:r>
              <a:rPr lang="fr-CA" sz="1600" dirty="0" err="1"/>
              <a:t>noislands</a:t>
            </a:r>
            <a:r>
              <a:rPr lang="fr-CA" sz="1600" dirty="0"/>
              <a:t>, </a:t>
            </a:r>
            <a:br>
              <a:rPr lang="fr-CA" sz="1600" dirty="0"/>
            </a:br>
            <a:r>
              <a:rPr lang="fr-CA" sz="1600" dirty="0" err="1"/>
              <a:t>simplified</a:t>
            </a:r>
            <a:r>
              <a:rPr lang="fr-CA" sz="1600" dirty="0"/>
              <a:t> and </a:t>
            </a:r>
            <a:r>
              <a:rPr lang="fr-CA" sz="1600" dirty="0" err="1"/>
              <a:t>smoothed</a:t>
            </a:r>
            <a:endParaRPr lang="en-GB" sz="1600" dirty="0"/>
          </a:p>
        </p:txBody>
      </p:sp>
      <p:sp>
        <p:nvSpPr>
          <p:cNvPr id="29" name="ZoneTexte 28">
            <a:extLst>
              <a:ext uri="{FF2B5EF4-FFF2-40B4-BE49-F238E27FC236}">
                <a16:creationId xmlns:a16="http://schemas.microsoft.com/office/drawing/2014/main" id="{92148045-F1A5-41F9-ADB8-CD52E3D0D868}"/>
              </a:ext>
            </a:extLst>
          </p:cNvPr>
          <p:cNvSpPr txBox="1"/>
          <p:nvPr/>
        </p:nvSpPr>
        <p:spPr>
          <a:xfrm>
            <a:off x="8471477" y="5869915"/>
            <a:ext cx="3564000" cy="864734"/>
          </a:xfrm>
          <a:prstGeom prst="rect">
            <a:avLst/>
          </a:prstGeom>
          <a:solidFill>
            <a:schemeClr val="accent4">
              <a:lumMod val="20000"/>
              <a:lumOff val="80000"/>
            </a:schemeClr>
          </a:solidFill>
          <a:ln w="19050">
            <a:noFill/>
          </a:ln>
        </p:spPr>
        <p:txBody>
          <a:bodyPr wrap="square" rtlCol="0" anchor="ctr">
            <a:noAutofit/>
          </a:bodyPr>
          <a:lstStyle/>
          <a:p>
            <a:pPr algn="ctr"/>
            <a:r>
              <a:rPr lang="fr-CA" sz="2000" b="1" dirty="0"/>
              <a:t>INPUT TRANSLATION TABLES</a:t>
            </a:r>
          </a:p>
          <a:p>
            <a:pPr algn="ctr"/>
            <a:r>
              <a:rPr lang="fr-CA" sz="1400" dirty="0"/>
              <a:t>ab_avi01_cas, ab_avi01_dst, ab_avi01_eco, ab_avi01_lyr, ab_avi01_nfl, ab_avi01_geo</a:t>
            </a:r>
            <a:endParaRPr lang="en-GB" sz="1400" dirty="0"/>
          </a:p>
        </p:txBody>
      </p:sp>
      <p:sp>
        <p:nvSpPr>
          <p:cNvPr id="84" name="Rectangle : coins arrondis 83">
            <a:extLst>
              <a:ext uri="{FF2B5EF4-FFF2-40B4-BE49-F238E27FC236}">
                <a16:creationId xmlns:a16="http://schemas.microsoft.com/office/drawing/2014/main" id="{19AA910A-CF5A-49E1-9C54-B74B80DA312A}"/>
              </a:ext>
            </a:extLst>
          </p:cNvPr>
          <p:cNvSpPr/>
          <p:nvPr/>
        </p:nvSpPr>
        <p:spPr>
          <a:xfrm>
            <a:off x="4244856" y="5988774"/>
            <a:ext cx="3733635" cy="627017"/>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dirty="0" err="1">
                <a:solidFill>
                  <a:sysClr val="windowText" lastClr="000000"/>
                </a:solidFill>
              </a:rPr>
              <a:t>TT_ProduceInvGeoHistory</a:t>
            </a:r>
            <a:r>
              <a:rPr lang="fr-CA" sz="2400" dirty="0">
                <a:solidFill>
                  <a:sysClr val="windowText" lastClr="000000"/>
                </a:solidFill>
              </a:rPr>
              <a:t>()</a:t>
            </a:r>
            <a:endParaRPr lang="en-GB" sz="2400" dirty="0">
              <a:solidFill>
                <a:sysClr val="windowText" lastClr="000000"/>
              </a:solidFill>
            </a:endParaRPr>
          </a:p>
        </p:txBody>
      </p:sp>
      <p:sp>
        <p:nvSpPr>
          <p:cNvPr id="110" name="ZoneTexte 109">
            <a:extLst>
              <a:ext uri="{FF2B5EF4-FFF2-40B4-BE49-F238E27FC236}">
                <a16:creationId xmlns:a16="http://schemas.microsoft.com/office/drawing/2014/main" id="{5707500A-F67A-4FD0-9DD3-C3889083A698}"/>
              </a:ext>
            </a:extLst>
          </p:cNvPr>
          <p:cNvSpPr txBox="1"/>
          <p:nvPr/>
        </p:nvSpPr>
        <p:spPr>
          <a:xfrm>
            <a:off x="234153" y="5988774"/>
            <a:ext cx="3480096" cy="627016"/>
          </a:xfrm>
          <a:prstGeom prst="rect">
            <a:avLst/>
          </a:prstGeom>
          <a:solidFill>
            <a:schemeClr val="accent1">
              <a:lumMod val="20000"/>
              <a:lumOff val="80000"/>
            </a:schemeClr>
          </a:solidFill>
        </p:spPr>
        <p:txBody>
          <a:bodyPr wrap="square" rtlCol="0" anchor="ctr">
            <a:noAutofit/>
          </a:bodyPr>
          <a:lstStyle/>
          <a:p>
            <a:pPr algn="ctr"/>
            <a:r>
              <a:rPr lang="fr-CA" sz="1600" b="1" dirty="0"/>
              <a:t>OUTPUT</a:t>
            </a:r>
            <a:br>
              <a:rPr lang="fr-CA" sz="1600" b="1" dirty="0"/>
            </a:br>
            <a:r>
              <a:rPr lang="fr-CA" sz="1600" b="1" dirty="0"/>
              <a:t> GEOHISTORY TABLE</a:t>
            </a:r>
            <a:endParaRPr lang="en-GB" sz="1600" b="1" dirty="0"/>
          </a:p>
        </p:txBody>
      </p:sp>
      <p:cxnSp>
        <p:nvCxnSpPr>
          <p:cNvPr id="132" name="Connecteur droit avec flèche 131">
            <a:extLst>
              <a:ext uri="{FF2B5EF4-FFF2-40B4-BE49-F238E27FC236}">
                <a16:creationId xmlns:a16="http://schemas.microsoft.com/office/drawing/2014/main" id="{FE766572-7744-41C2-89E8-7E86B7E5173D}"/>
              </a:ext>
            </a:extLst>
          </p:cNvPr>
          <p:cNvCxnSpPr>
            <a:cxnSpLocks/>
            <a:stCxn id="124" idx="2"/>
            <a:endCxn id="125" idx="0"/>
          </p:cNvCxnSpPr>
          <p:nvPr/>
        </p:nvCxnSpPr>
        <p:spPr>
          <a:xfrm flipH="1">
            <a:off x="1974201" y="4094381"/>
            <a:ext cx="4312" cy="546010"/>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962D54E4-445F-44C7-98DB-73314A7B48AE}"/>
              </a:ext>
            </a:extLst>
          </p:cNvPr>
          <p:cNvCxnSpPr>
            <a:cxnSpLocks/>
            <a:stCxn id="36" idx="1"/>
            <a:endCxn id="124" idx="3"/>
          </p:cNvCxnSpPr>
          <p:nvPr/>
        </p:nvCxnSpPr>
        <p:spPr>
          <a:xfrm flipH="1" flipV="1">
            <a:off x="3714249" y="3780873"/>
            <a:ext cx="653224" cy="1603"/>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A3D14383-D910-496A-A171-C0F53BD94BF8}"/>
              </a:ext>
            </a:extLst>
          </p:cNvPr>
          <p:cNvCxnSpPr>
            <a:cxnSpLocks/>
            <a:endCxn id="38" idx="0"/>
          </p:cNvCxnSpPr>
          <p:nvPr/>
        </p:nvCxnSpPr>
        <p:spPr>
          <a:xfrm flipH="1">
            <a:off x="7155777" y="1420676"/>
            <a:ext cx="1367956" cy="544070"/>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80BC5CAA-E2ED-4886-9A71-905CB300F5AB}"/>
              </a:ext>
            </a:extLst>
          </p:cNvPr>
          <p:cNvCxnSpPr>
            <a:cxnSpLocks/>
            <a:stCxn id="39" idx="0"/>
            <a:endCxn id="7" idx="2"/>
          </p:cNvCxnSpPr>
          <p:nvPr/>
        </p:nvCxnSpPr>
        <p:spPr>
          <a:xfrm flipH="1" flipV="1">
            <a:off x="8600907" y="1420676"/>
            <a:ext cx="1406284" cy="544070"/>
          </a:xfrm>
          <a:prstGeom prst="straightConnector1">
            <a:avLst/>
          </a:prstGeom>
          <a:ln w="57150">
            <a:solidFill>
              <a:schemeClr val="bg2">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 name="Rectangle : coins arrondis 6">
            <a:extLst>
              <a:ext uri="{FF2B5EF4-FFF2-40B4-BE49-F238E27FC236}">
                <a16:creationId xmlns:a16="http://schemas.microsoft.com/office/drawing/2014/main" id="{E9070072-1936-400B-BA64-017399636A46}"/>
              </a:ext>
            </a:extLst>
          </p:cNvPr>
          <p:cNvSpPr/>
          <p:nvPr/>
        </p:nvSpPr>
        <p:spPr>
          <a:xfrm>
            <a:off x="6853910" y="787496"/>
            <a:ext cx="3493993" cy="633180"/>
          </a:xfrm>
          <a:prstGeom prst="roundRect">
            <a:avLst/>
          </a:prstGeom>
          <a:solidFill>
            <a:schemeClr val="accent6">
              <a:lumMod val="20000"/>
              <a:lumOff val="8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400" dirty="0" err="1">
                <a:solidFill>
                  <a:sysClr val="windowText" lastClr="000000"/>
                </a:solidFill>
              </a:rPr>
              <a:t>TT_CreateMappingView</a:t>
            </a:r>
            <a:r>
              <a:rPr lang="fr-CA" sz="2400" dirty="0">
                <a:solidFill>
                  <a:sysClr val="windowText" lastClr="000000"/>
                </a:solidFill>
              </a:rPr>
              <a:t>()</a:t>
            </a:r>
            <a:endParaRPr lang="en-GB" sz="2400" dirty="0">
              <a:solidFill>
                <a:sysClr val="windowText" lastClr="000000"/>
              </a:solidFill>
            </a:endParaRPr>
          </a:p>
        </p:txBody>
      </p:sp>
      <p:cxnSp>
        <p:nvCxnSpPr>
          <p:cNvPr id="44" name="Connecteur droit avec flèche 43">
            <a:extLst>
              <a:ext uri="{FF2B5EF4-FFF2-40B4-BE49-F238E27FC236}">
                <a16:creationId xmlns:a16="http://schemas.microsoft.com/office/drawing/2014/main" id="{D8251F2D-B8AC-4441-AF62-FAB45783D64D}"/>
              </a:ext>
            </a:extLst>
          </p:cNvPr>
          <p:cNvCxnSpPr>
            <a:cxnSpLocks/>
            <a:stCxn id="82" idx="1"/>
            <a:endCxn id="7" idx="1"/>
          </p:cNvCxnSpPr>
          <p:nvPr/>
        </p:nvCxnSpPr>
        <p:spPr>
          <a:xfrm>
            <a:off x="1599677" y="989981"/>
            <a:ext cx="5254233" cy="114105"/>
          </a:xfrm>
          <a:prstGeom prst="straightConnector1">
            <a:avLst/>
          </a:prstGeom>
          <a:ln w="5715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Ellipse 98">
            <a:extLst>
              <a:ext uri="{FF2B5EF4-FFF2-40B4-BE49-F238E27FC236}">
                <a16:creationId xmlns:a16="http://schemas.microsoft.com/office/drawing/2014/main" id="{01242566-11EE-463B-B967-6FC3FB33A098}"/>
              </a:ext>
            </a:extLst>
          </p:cNvPr>
          <p:cNvSpPr/>
          <p:nvPr/>
        </p:nvSpPr>
        <p:spPr>
          <a:xfrm>
            <a:off x="10410098" y="812866"/>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1</a:t>
            </a:r>
            <a:endParaRPr lang="en-GB" sz="2800" b="1" dirty="0"/>
          </a:p>
        </p:txBody>
      </p:sp>
      <p:graphicFrame>
        <p:nvGraphicFramePr>
          <p:cNvPr id="64" name="Tableau 2">
            <a:extLst>
              <a:ext uri="{FF2B5EF4-FFF2-40B4-BE49-F238E27FC236}">
                <a16:creationId xmlns:a16="http://schemas.microsoft.com/office/drawing/2014/main" id="{7B3FC02C-9E25-48A3-B50C-DA3641287A4F}"/>
              </a:ext>
            </a:extLst>
          </p:cNvPr>
          <p:cNvGraphicFramePr>
            <a:graphicFrameLocks noGrp="1"/>
          </p:cNvGraphicFramePr>
          <p:nvPr>
            <p:extLst>
              <p:ext uri="{D42A27DB-BD31-4B8C-83A1-F6EECF244321}">
                <p14:modId xmlns:p14="http://schemas.microsoft.com/office/powerpoint/2010/main" val="3520341108"/>
              </p:ext>
            </p:extLst>
          </p:nvPr>
        </p:nvGraphicFramePr>
        <p:xfrm>
          <a:off x="878528" y="1701055"/>
          <a:ext cx="4324609" cy="1295843"/>
        </p:xfrm>
        <a:graphic>
          <a:graphicData uri="http://schemas.openxmlformats.org/drawingml/2006/table">
            <a:tbl>
              <a:tblPr firstRow="1" bandRow="1">
                <a:tableStyleId>{5C22544A-7EE6-4342-B048-85BDC9FD1C3A}</a:tableStyleId>
              </a:tblPr>
              <a:tblGrid>
                <a:gridCol w="1198327">
                  <a:extLst>
                    <a:ext uri="{9D8B030D-6E8A-4147-A177-3AD203B41FA5}">
                      <a16:colId xmlns:a16="http://schemas.microsoft.com/office/drawing/2014/main" val="2479692713"/>
                    </a:ext>
                  </a:extLst>
                </a:gridCol>
                <a:gridCol w="492257">
                  <a:extLst>
                    <a:ext uri="{9D8B030D-6E8A-4147-A177-3AD203B41FA5}">
                      <a16:colId xmlns:a16="http://schemas.microsoft.com/office/drawing/2014/main" val="3417803258"/>
                    </a:ext>
                  </a:extLst>
                </a:gridCol>
                <a:gridCol w="1404000">
                  <a:extLst>
                    <a:ext uri="{9D8B030D-6E8A-4147-A177-3AD203B41FA5}">
                      <a16:colId xmlns:a16="http://schemas.microsoft.com/office/drawing/2014/main" val="2373036711"/>
                    </a:ext>
                  </a:extLst>
                </a:gridCol>
                <a:gridCol w="820779">
                  <a:extLst>
                    <a:ext uri="{9D8B030D-6E8A-4147-A177-3AD203B41FA5}">
                      <a16:colId xmlns:a16="http://schemas.microsoft.com/office/drawing/2014/main" val="1452312875"/>
                    </a:ext>
                  </a:extLst>
                </a:gridCol>
                <a:gridCol w="409246">
                  <a:extLst>
                    <a:ext uri="{9D8B030D-6E8A-4147-A177-3AD203B41FA5}">
                      <a16:colId xmlns:a16="http://schemas.microsoft.com/office/drawing/2014/main" val="1599457183"/>
                    </a:ext>
                  </a:extLst>
                </a:gridCol>
              </a:tblGrid>
              <a:tr h="207837">
                <a:tc gridSpan="5">
                  <a:txBody>
                    <a:bodyPr/>
                    <a:lstStyle/>
                    <a:p>
                      <a:pPr algn="ctr"/>
                      <a:r>
                        <a:rPr lang="fr-CA" sz="1600" dirty="0" err="1">
                          <a:solidFill>
                            <a:schemeClr val="tx1"/>
                          </a:solidFill>
                        </a:rPr>
                        <a:t>layer_metadata</a:t>
                      </a:r>
                      <a:r>
                        <a:rPr lang="fr-CA" sz="1600" dirty="0">
                          <a:solidFill>
                            <a:schemeClr val="tx1"/>
                          </a:solidFill>
                        </a:rPr>
                        <a:t> table</a:t>
                      </a:r>
                      <a:endParaRPr lang="en-GB" sz="16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endParaRPr lang="en-GB" dirty="0"/>
                    </a:p>
                  </a:txBody>
                  <a:tcPr>
                    <a:solidFill>
                      <a:srgbClr val="E9C561"/>
                    </a:solidFill>
                  </a:tcPr>
                </a:tc>
                <a:tc hMerge="1">
                  <a:txBody>
                    <a:bodyPr/>
                    <a:lstStyle/>
                    <a:p>
                      <a:pPr algn="ctr"/>
                      <a:endParaRPr lang="en-GB" dirty="0">
                        <a:solidFill>
                          <a:schemeClr val="tx1"/>
                        </a:solidFill>
                      </a:endParaRPr>
                    </a:p>
                  </a:txBody>
                  <a:tcPr marL="36000" marR="36000" marT="36000" marB="3600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pPr algn="ctr"/>
                      <a:endParaRPr lang="en-GB" dirty="0">
                        <a:solidFill>
                          <a:schemeClr val="tx1"/>
                        </a:solidFill>
                      </a:endParaRPr>
                    </a:p>
                  </a:txBody>
                  <a:tcPr marL="36000" marR="36000" marT="36000" marB="3600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pPr algn="ctr"/>
                      <a:endParaRPr lang="en-GB" sz="1600" dirty="0">
                        <a:solidFill>
                          <a:schemeClr val="tx1"/>
                        </a:solidFill>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extLst>
                  <a:ext uri="{0D108BD9-81ED-4DB2-BD59-A6C34878D82A}">
                    <a16:rowId xmlns:a16="http://schemas.microsoft.com/office/drawing/2014/main" val="464631956"/>
                  </a:ext>
                </a:extLst>
              </a:tr>
              <a:tr h="151457">
                <a:tc>
                  <a:txBody>
                    <a:bodyPr/>
                    <a:lstStyle/>
                    <a:p>
                      <a:pPr algn="ctr"/>
                      <a:r>
                        <a:rPr lang="fr-CA" sz="1400" dirty="0">
                          <a:solidFill>
                            <a:schemeClr val="tx1"/>
                          </a:solidFill>
                        </a:rPr>
                        <a:t>INVENTORY_ID</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LAYER</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CASFRI_TABLE</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13247">
                <a:tc>
                  <a:txBody>
                    <a:bodyPr/>
                    <a:lstStyle/>
                    <a:p>
                      <a:pPr algn="ctr"/>
                      <a:r>
                        <a:rPr lang="fr-CA" sz="1200" dirty="0">
                          <a:solidFill>
                            <a:schemeClr val="tx1"/>
                          </a:solidFill>
                        </a:rPr>
                        <a:t>AB_AVI01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r h="135337">
                <a:tc>
                  <a:txBody>
                    <a:bodyPr/>
                    <a:lstStyle/>
                    <a:p>
                      <a:pPr algn="ctr"/>
                      <a:r>
                        <a:rPr lang="fr-CA" sz="1200" dirty="0">
                          <a:solidFill>
                            <a:schemeClr val="tx1"/>
                          </a:solidFill>
                        </a:rPr>
                        <a:t>AB03</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en-GB" sz="1200" dirty="0">
                          <a:solidFill>
                            <a:schemeClr val="tx1"/>
                          </a:solidFill>
                        </a:rPr>
                        <a:t>CAS ECO DST LYR GEO</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4195331112"/>
                  </a:ext>
                </a:extLst>
              </a:tr>
              <a:tr h="267923">
                <a:tc>
                  <a:txBody>
                    <a:bodyPr/>
                    <a:lstStyle/>
                    <a:p>
                      <a:pPr algn="ctr"/>
                      <a:r>
                        <a:rPr lang="fr-CA" sz="1200" dirty="0">
                          <a:solidFill>
                            <a:schemeClr val="tx1"/>
                          </a:solidFill>
                        </a:rPr>
                        <a:t>AB03</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2</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LYR</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usp1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014923161"/>
                  </a:ext>
                </a:extLst>
              </a:tr>
            </a:tbl>
          </a:graphicData>
        </a:graphic>
      </p:graphicFrame>
      <p:cxnSp>
        <p:nvCxnSpPr>
          <p:cNvPr id="66" name="Connecteur droit avec flèche 65">
            <a:extLst>
              <a:ext uri="{FF2B5EF4-FFF2-40B4-BE49-F238E27FC236}">
                <a16:creationId xmlns:a16="http://schemas.microsoft.com/office/drawing/2014/main" id="{B15639DB-385C-4915-9D54-2904DD5665F6}"/>
              </a:ext>
            </a:extLst>
          </p:cNvPr>
          <p:cNvCxnSpPr>
            <a:cxnSpLocks/>
            <a:stCxn id="7" idx="1"/>
            <a:endCxn id="64" idx="3"/>
          </p:cNvCxnSpPr>
          <p:nvPr/>
        </p:nvCxnSpPr>
        <p:spPr>
          <a:xfrm flipH="1">
            <a:off x="5203137" y="1104086"/>
            <a:ext cx="1650773" cy="1244890"/>
          </a:xfrm>
          <a:prstGeom prst="straightConnector1">
            <a:avLst/>
          </a:prstGeom>
          <a:ln w="57150">
            <a:solidFill>
              <a:schemeClr val="bg2">
                <a:lumMod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82" name="Tableau 2">
            <a:extLst>
              <a:ext uri="{FF2B5EF4-FFF2-40B4-BE49-F238E27FC236}">
                <a16:creationId xmlns:a16="http://schemas.microsoft.com/office/drawing/2014/main" id="{D8AC698D-7EFE-4310-A603-753F02F1D59C}"/>
              </a:ext>
            </a:extLst>
          </p:cNvPr>
          <p:cNvGraphicFramePr>
            <a:graphicFrameLocks noGrp="1"/>
          </p:cNvGraphicFramePr>
          <p:nvPr>
            <p:extLst>
              <p:ext uri="{D42A27DB-BD31-4B8C-83A1-F6EECF244321}">
                <p14:modId xmlns:p14="http://schemas.microsoft.com/office/powerpoint/2010/main" val="1847154014"/>
              </p:ext>
            </p:extLst>
          </p:nvPr>
        </p:nvGraphicFramePr>
        <p:xfrm>
          <a:off x="1599677" y="441140"/>
          <a:ext cx="2364307" cy="1097682"/>
        </p:xfrm>
        <a:graphic>
          <a:graphicData uri="http://schemas.openxmlformats.org/drawingml/2006/table">
            <a:tbl>
              <a:tblPr firstRow="1" bandRow="1">
                <a:tableStyleId>{5C22544A-7EE6-4342-B048-85BDC9FD1C3A}</a:tableStyleId>
              </a:tblPr>
              <a:tblGrid>
                <a:gridCol w="800872">
                  <a:extLst>
                    <a:ext uri="{9D8B030D-6E8A-4147-A177-3AD203B41FA5}">
                      <a16:colId xmlns:a16="http://schemas.microsoft.com/office/drawing/2014/main" val="485956849"/>
                    </a:ext>
                  </a:extLst>
                </a:gridCol>
                <a:gridCol w="800872">
                  <a:extLst>
                    <a:ext uri="{9D8B030D-6E8A-4147-A177-3AD203B41FA5}">
                      <a16:colId xmlns:a16="http://schemas.microsoft.com/office/drawing/2014/main" val="2479692713"/>
                    </a:ext>
                  </a:extLst>
                </a:gridCol>
                <a:gridCol w="762563">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Converted raw source </a:t>
                      </a:r>
                      <a:br>
                        <a:rPr lang="en-GB" sz="1600" dirty="0">
                          <a:solidFill>
                            <a:schemeClr val="tx1"/>
                          </a:solidFill>
                        </a:rPr>
                      </a:br>
                      <a:r>
                        <a:rPr lang="en-GB" sz="1600" dirty="0">
                          <a:solidFill>
                            <a:schemeClr val="tx1"/>
                          </a:solidFill>
                        </a:rPr>
                        <a:t>inventory table (AB03)</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USP1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graphicFrame>
        <p:nvGraphicFramePr>
          <p:cNvPr id="38" name="Tableau 2">
            <a:extLst>
              <a:ext uri="{FF2B5EF4-FFF2-40B4-BE49-F238E27FC236}">
                <a16:creationId xmlns:a16="http://schemas.microsoft.com/office/drawing/2014/main" id="{B05AFA32-15A8-4536-92AA-D2F1FDD12E35}"/>
              </a:ext>
            </a:extLst>
          </p:cNvPr>
          <p:cNvGraphicFramePr>
            <a:graphicFrameLocks noGrp="1"/>
          </p:cNvGraphicFramePr>
          <p:nvPr>
            <p:extLst>
              <p:ext uri="{D42A27DB-BD31-4B8C-83A1-F6EECF244321}">
                <p14:modId xmlns:p14="http://schemas.microsoft.com/office/powerpoint/2010/main" val="2564467397"/>
              </p:ext>
            </p:extLst>
          </p:nvPr>
        </p:nvGraphicFramePr>
        <p:xfrm>
          <a:off x="6057777" y="1964746"/>
          <a:ext cx="2196000" cy="861003"/>
        </p:xfrm>
        <a:graphic>
          <a:graphicData uri="http://schemas.openxmlformats.org/drawingml/2006/table">
            <a:tbl>
              <a:tblPr firstRow="1" bandRow="1">
                <a:tableStyleId>{5C22544A-7EE6-4342-B048-85BDC9FD1C3A}</a:tableStyleId>
              </a:tblPr>
              <a:tblGrid>
                <a:gridCol w="828000">
                  <a:extLst>
                    <a:ext uri="{9D8B030D-6E8A-4147-A177-3AD203B41FA5}">
                      <a16:colId xmlns:a16="http://schemas.microsoft.com/office/drawing/2014/main" val="485956849"/>
                    </a:ext>
                  </a:extLst>
                </a:gridCol>
                <a:gridCol w="1080000">
                  <a:extLst>
                    <a:ext uri="{9D8B030D-6E8A-4147-A177-3AD203B41FA5}">
                      <a16:colId xmlns:a16="http://schemas.microsoft.com/office/drawing/2014/main" val="2479692713"/>
                    </a:ext>
                  </a:extLst>
                </a:gridCol>
                <a:gridCol w="288000">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VIEW for LYR layer 1</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err="1">
                          <a:solidFill>
                            <a:schemeClr val="tx1"/>
                          </a:solidFill>
                        </a:rPr>
                        <a:t>mapped</a:t>
                      </a:r>
                      <a:r>
                        <a:rPr lang="fr-CA" sz="1200" dirty="0">
                          <a:solidFill>
                            <a:schemeClr val="tx1"/>
                          </a:solidFill>
                        </a:rPr>
                        <a:t> to sp1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graphicFrame>
        <p:nvGraphicFramePr>
          <p:cNvPr id="39" name="Tableau 2">
            <a:extLst>
              <a:ext uri="{FF2B5EF4-FFF2-40B4-BE49-F238E27FC236}">
                <a16:creationId xmlns:a16="http://schemas.microsoft.com/office/drawing/2014/main" id="{11034295-9C4C-4922-B177-9CDD7B7BA56C}"/>
              </a:ext>
            </a:extLst>
          </p:cNvPr>
          <p:cNvGraphicFramePr>
            <a:graphicFrameLocks noGrp="1"/>
          </p:cNvGraphicFramePr>
          <p:nvPr>
            <p:extLst>
              <p:ext uri="{D42A27DB-BD31-4B8C-83A1-F6EECF244321}">
                <p14:modId xmlns:p14="http://schemas.microsoft.com/office/powerpoint/2010/main" val="2944020978"/>
              </p:ext>
            </p:extLst>
          </p:nvPr>
        </p:nvGraphicFramePr>
        <p:xfrm>
          <a:off x="8873191" y="1964746"/>
          <a:ext cx="2268000" cy="861003"/>
        </p:xfrm>
        <a:graphic>
          <a:graphicData uri="http://schemas.openxmlformats.org/drawingml/2006/table">
            <a:tbl>
              <a:tblPr firstRow="1" bandRow="1">
                <a:tableStyleId>{5C22544A-7EE6-4342-B048-85BDC9FD1C3A}</a:tableStyleId>
              </a:tblPr>
              <a:tblGrid>
                <a:gridCol w="864000">
                  <a:extLst>
                    <a:ext uri="{9D8B030D-6E8A-4147-A177-3AD203B41FA5}">
                      <a16:colId xmlns:a16="http://schemas.microsoft.com/office/drawing/2014/main" val="485956849"/>
                    </a:ext>
                  </a:extLst>
                </a:gridCol>
                <a:gridCol w="1080000">
                  <a:extLst>
                    <a:ext uri="{9D8B030D-6E8A-4147-A177-3AD203B41FA5}">
                      <a16:colId xmlns:a16="http://schemas.microsoft.com/office/drawing/2014/main" val="2479692713"/>
                    </a:ext>
                  </a:extLst>
                </a:gridCol>
                <a:gridCol w="324000">
                  <a:extLst>
                    <a:ext uri="{9D8B030D-6E8A-4147-A177-3AD203B41FA5}">
                      <a16:colId xmlns:a16="http://schemas.microsoft.com/office/drawing/2014/main" val="3417803258"/>
                    </a:ext>
                  </a:extLst>
                </a:gridCol>
              </a:tblGrid>
              <a:tr h="287001">
                <a:tc gridSpan="3">
                  <a:txBody>
                    <a:bodyPr/>
                    <a:lstStyle/>
                    <a:p>
                      <a:pPr algn="ctr"/>
                      <a:r>
                        <a:rPr lang="en-GB" sz="1600" dirty="0">
                          <a:solidFill>
                            <a:schemeClr val="tx1"/>
                          </a:solidFill>
                        </a:rPr>
                        <a:t>VIEW for LYR layer 2</a:t>
                      </a: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hMerge="1">
                  <a:txBody>
                    <a:bodyPr/>
                    <a:lstStyle/>
                    <a:p>
                      <a:pPr algn="ctr"/>
                      <a:r>
                        <a:rPr lang="en-GB" sz="1600" dirty="0">
                          <a:solidFill>
                            <a:schemeClr val="tx1"/>
                          </a:solidFill>
                        </a:rPr>
                        <a:t>converted raw source inventory table (ab03)</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C561"/>
                    </a:solidFill>
                  </a:tcPr>
                </a:tc>
                <a:tc hMerge="1">
                  <a:txBody>
                    <a:bodyPr/>
                    <a:lstStyle/>
                    <a:p>
                      <a:endParaRPr lang="en-GB" dirty="0"/>
                    </a:p>
                  </a:txBody>
                  <a:tcPr>
                    <a:solidFill>
                      <a:srgbClr val="E9C561"/>
                    </a:solidFill>
                  </a:tcPr>
                </a:tc>
                <a:extLst>
                  <a:ext uri="{0D108BD9-81ED-4DB2-BD59-A6C34878D82A}">
                    <a16:rowId xmlns:a16="http://schemas.microsoft.com/office/drawing/2014/main" val="464631956"/>
                  </a:ext>
                </a:extLst>
              </a:tr>
              <a:tr h="287001">
                <a:tc>
                  <a:txBody>
                    <a:bodyPr/>
                    <a:lstStyle/>
                    <a:p>
                      <a:pPr algn="ctr"/>
                      <a:r>
                        <a:rPr lang="fr-CA" sz="1400" u="none" dirty="0">
                          <a:solidFill>
                            <a:schemeClr val="tx1"/>
                          </a:solidFill>
                        </a:rPr>
                        <a:t>STAND_ID</a:t>
                      </a:r>
                      <a:endParaRPr lang="en-GB" sz="1400" u="none"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SPECIES_1</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tc>
                  <a:txBody>
                    <a:bodyPr/>
                    <a:lstStyle/>
                    <a:p>
                      <a:pPr algn="ctr"/>
                      <a:r>
                        <a:rPr lang="fr-CA" sz="1400" dirty="0">
                          <a:solidFill>
                            <a:schemeClr val="tx1"/>
                          </a:solidFill>
                        </a:rPr>
                        <a:t>…</a:t>
                      </a:r>
                      <a:endParaRPr lang="en-GB" sz="14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4122775075"/>
                  </a:ext>
                </a:extLst>
              </a:tr>
              <a:tr h="287001">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err="1">
                          <a:solidFill>
                            <a:schemeClr val="tx1"/>
                          </a:solidFill>
                        </a:rPr>
                        <a:t>mapped</a:t>
                      </a:r>
                      <a:r>
                        <a:rPr lang="fr-CA" sz="1200" dirty="0">
                          <a:solidFill>
                            <a:schemeClr val="tx1"/>
                          </a:solidFill>
                        </a:rPr>
                        <a:t> to usp1</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tc>
                  <a:txBody>
                    <a:bodyPr/>
                    <a:lstStyle/>
                    <a:p>
                      <a:pPr algn="ctr"/>
                      <a:r>
                        <a:rPr lang="fr-CA" sz="1200" dirty="0">
                          <a:solidFill>
                            <a:schemeClr val="tx1"/>
                          </a:solidFill>
                        </a:rPr>
                        <a:t>…</a:t>
                      </a:r>
                      <a:endParaRPr lang="en-GB" sz="1200" dirty="0">
                        <a:solidFill>
                          <a:schemeClr val="tx1"/>
                        </a:solidFill>
                      </a:endParaRPr>
                    </a:p>
                  </a:txBody>
                  <a:tcPr marL="18000" marR="18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3E0AB"/>
                    </a:solidFill>
                  </a:tcPr>
                </a:tc>
                <a:extLst>
                  <a:ext uri="{0D108BD9-81ED-4DB2-BD59-A6C34878D82A}">
                    <a16:rowId xmlns:a16="http://schemas.microsoft.com/office/drawing/2014/main" val="2552211516"/>
                  </a:ext>
                </a:extLst>
              </a:tr>
            </a:tbl>
          </a:graphicData>
        </a:graphic>
      </p:graphicFrame>
      <p:sp>
        <p:nvSpPr>
          <p:cNvPr id="100" name="Ellipse 99">
            <a:extLst>
              <a:ext uri="{FF2B5EF4-FFF2-40B4-BE49-F238E27FC236}">
                <a16:creationId xmlns:a16="http://schemas.microsoft.com/office/drawing/2014/main" id="{FBB50B8A-231F-4103-A471-9856B1C423B5}"/>
              </a:ext>
            </a:extLst>
          </p:cNvPr>
          <p:cNvSpPr/>
          <p:nvPr/>
        </p:nvSpPr>
        <p:spPr>
          <a:xfrm>
            <a:off x="8048831" y="4853595"/>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2</a:t>
            </a:r>
            <a:endParaRPr lang="en-GB" sz="2800" b="1" dirty="0"/>
          </a:p>
        </p:txBody>
      </p:sp>
      <p:sp>
        <p:nvSpPr>
          <p:cNvPr id="103" name="Ellipse 102">
            <a:extLst>
              <a:ext uri="{FF2B5EF4-FFF2-40B4-BE49-F238E27FC236}">
                <a16:creationId xmlns:a16="http://schemas.microsoft.com/office/drawing/2014/main" id="{2E2C0892-9CB5-4FCC-8970-C59A70249581}"/>
              </a:ext>
            </a:extLst>
          </p:cNvPr>
          <p:cNvSpPr/>
          <p:nvPr/>
        </p:nvSpPr>
        <p:spPr>
          <a:xfrm>
            <a:off x="8127737" y="3502124"/>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3</a:t>
            </a:r>
            <a:endParaRPr lang="en-GB" sz="2800" b="1" dirty="0"/>
          </a:p>
        </p:txBody>
      </p:sp>
      <p:sp>
        <p:nvSpPr>
          <p:cNvPr id="104" name="Ellipse 103">
            <a:extLst>
              <a:ext uri="{FF2B5EF4-FFF2-40B4-BE49-F238E27FC236}">
                <a16:creationId xmlns:a16="http://schemas.microsoft.com/office/drawing/2014/main" id="{5C70298B-5BFC-4D37-839D-F007BAB8D9CA}"/>
              </a:ext>
            </a:extLst>
          </p:cNvPr>
          <p:cNvSpPr/>
          <p:nvPr/>
        </p:nvSpPr>
        <p:spPr>
          <a:xfrm>
            <a:off x="4596079" y="4170264"/>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4</a:t>
            </a:r>
            <a:endParaRPr lang="en-GB" sz="2800" b="1" dirty="0"/>
          </a:p>
        </p:txBody>
      </p:sp>
      <p:sp>
        <p:nvSpPr>
          <p:cNvPr id="98" name="Ellipse 97">
            <a:extLst>
              <a:ext uri="{FF2B5EF4-FFF2-40B4-BE49-F238E27FC236}">
                <a16:creationId xmlns:a16="http://schemas.microsoft.com/office/drawing/2014/main" id="{7EC45BBD-B4B7-43F0-BA7E-C8DF7E80FE36}"/>
              </a:ext>
            </a:extLst>
          </p:cNvPr>
          <p:cNvSpPr/>
          <p:nvPr/>
        </p:nvSpPr>
        <p:spPr>
          <a:xfrm>
            <a:off x="3728739" y="5609186"/>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5</a:t>
            </a:r>
            <a:endParaRPr lang="en-GB" sz="2800" b="1" dirty="0"/>
          </a:p>
        </p:txBody>
      </p:sp>
      <p:sp>
        <p:nvSpPr>
          <p:cNvPr id="138" name="Ellipse 137">
            <a:extLst>
              <a:ext uri="{FF2B5EF4-FFF2-40B4-BE49-F238E27FC236}">
                <a16:creationId xmlns:a16="http://schemas.microsoft.com/office/drawing/2014/main" id="{9438A552-8A99-4397-AF98-C146E426D80C}"/>
              </a:ext>
            </a:extLst>
          </p:cNvPr>
          <p:cNvSpPr/>
          <p:nvPr/>
        </p:nvSpPr>
        <p:spPr>
          <a:xfrm>
            <a:off x="1211912" y="4082070"/>
            <a:ext cx="558321" cy="558321"/>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2800" b="1" dirty="0"/>
              <a:t>6</a:t>
            </a:r>
            <a:endParaRPr lang="en-GB" sz="2800" b="1" dirty="0"/>
          </a:p>
        </p:txBody>
      </p:sp>
    </p:spTree>
    <p:extLst>
      <p:ext uri="{BB962C8B-B14F-4D97-AF65-F5344CB8AC3E}">
        <p14:creationId xmlns:p14="http://schemas.microsoft.com/office/powerpoint/2010/main" val="3616107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1240108|-11700327|-8754175|-9605520|-12039861|NRCan&quot;,&quot;Id&quot;:&quot;670921a64238420c302b9bf4&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10fd124-dcf8-4f2e-8b7f-3263485b0c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8F2C86D0468BB41BF3A380F18C145D6" ma:contentTypeVersion="15" ma:contentTypeDescription="Create a new document." ma:contentTypeScope="" ma:versionID="29707db4996a90261fcdbc49282d5541">
  <xsd:schema xmlns:xsd="http://www.w3.org/2001/XMLSchema" xmlns:xs="http://www.w3.org/2001/XMLSchema" xmlns:p="http://schemas.microsoft.com/office/2006/metadata/properties" xmlns:ns3="5f12ff1d-e3c5-41e9-8b41-9420b295d1ad" xmlns:ns4="610fd124-dcf8-4f2e-8b7f-3263485b0c9b" targetNamespace="http://schemas.microsoft.com/office/2006/metadata/properties" ma:root="true" ma:fieldsID="2c27732cb337ee52214fd085da6ad17a" ns3:_="" ns4:_="">
    <xsd:import namespace="5f12ff1d-e3c5-41e9-8b41-9420b295d1ad"/>
    <xsd:import namespace="610fd124-dcf8-4f2e-8b7f-3263485b0c9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LengthInSeconds" minOccurs="0"/>
                <xsd:element ref="ns4:_activity" minOccurs="0"/>
                <xsd:element ref="ns4:MediaServiceObjectDetectorVersions" minOccurs="0"/>
                <xsd:element ref="ns4:MediaServiceSearchPropertie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12ff1d-e3c5-41e9-8b41-9420b295d1a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0fd124-dcf8-4f2e-8b7f-3263485b0c9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530BEB-4879-4F9D-A31F-9198F4DE5C01}">
  <ds:schemaRefs>
    <ds:schemaRef ds:uri="5f12ff1d-e3c5-41e9-8b41-9420b295d1ad"/>
    <ds:schemaRef ds:uri="610fd124-dcf8-4f2e-8b7f-3263485b0c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5C5DAF5-8F2B-42AD-9AE2-795346982AAD}">
  <ds:schemaRefs>
    <ds:schemaRef ds:uri="http://schemas.microsoft.com/sharepoint/v3/contenttype/forms"/>
  </ds:schemaRefs>
</ds:datastoreItem>
</file>

<file path=customXml/itemProps3.xml><?xml version="1.0" encoding="utf-8"?>
<ds:datastoreItem xmlns:ds="http://schemas.openxmlformats.org/officeDocument/2006/customXml" ds:itemID="{42F46A45-C43F-4A56-8D01-26D40279A712}">
  <ds:schemaRefs>
    <ds:schemaRef ds:uri="5f12ff1d-e3c5-41e9-8b41-9420b295d1ad"/>
    <ds:schemaRef ds:uri="610fd124-dcf8-4f2e-8b7f-3263485b0c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19619fd-75dc-48cb-820d-8f683a95dd8b}" enabled="1" method="Privileged" siteId="{05c95b33-90ca-49d5-b644-288b930b912b}" contentBits="1" removed="0"/>
</clbl:labelList>
</file>

<file path=docProps/app.xml><?xml version="1.0" encoding="utf-8"?>
<Properties xmlns="http://schemas.openxmlformats.org/officeDocument/2006/extended-properties" xmlns:vt="http://schemas.openxmlformats.org/officeDocument/2006/docPropsVTypes">
  <TotalTime>299</TotalTime>
  <Words>1746</Words>
  <Application>Microsoft Office PowerPoint</Application>
  <PresentationFormat>Widescreen</PresentationFormat>
  <Paragraphs>273</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Microsoft Sans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NRCan  /  RNCan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Thompson, Morgan</dc:creator>
  <cp:lastModifiedBy>Pierre Racine</cp:lastModifiedBy>
  <cp:revision>456</cp:revision>
  <dcterms:created xsi:type="dcterms:W3CDTF">2021-09-20T20:15:02Z</dcterms:created>
  <dcterms:modified xsi:type="dcterms:W3CDTF">2026-10-15T15:32:01Z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Theme:8\1_Office Theme:3</vt:lpwstr>
  </property>
  <property fmtid="{D5CDD505-2E9C-101B-9397-08002B2CF9AE}" pid="3" name="ClassificationContentMarkingHeaderText">
    <vt:lpwstr>UNCLASSIFIED - NON CLASSIFIÉ</vt:lpwstr>
  </property>
  <property fmtid="{D5CDD505-2E9C-101B-9397-08002B2CF9AE}" pid="4" name="ContentTypeId">
    <vt:lpwstr>0x01010018F2C86D0468BB41BF3A380F18C145D6</vt:lpwstr>
  </property>
</Properties>
</file>